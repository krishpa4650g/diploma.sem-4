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0" d="100"/>
          <a:sy n="80" d="100"/>
        </p:scale>
        <p:origin x="3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2/10/2026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2/10/2026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2/10/2026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2/10/2026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2/10/2026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2/10/2026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2/10/2026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2/10/2026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2/10/2026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oogle.com/search?sca_esv=f5bb93abf84105ec&amp;rlz=1C1GCEB_enIN1060IN1060&amp;cs=0&amp;q=United+Nations+Sustainable+Development+Goals&amp;sa=X&amp;ved=2ahUKEwjptZr30M6SAxWSSGwGHXN6MNAQxccNegQIBhAB"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Gender Equality</a:t>
            </a:r>
            <a:endParaRPr lang="en-US" dirty="0"/>
          </a:p>
        </p:txBody>
      </p:sp>
      <p:sp>
        <p:nvSpPr>
          <p:cNvPr id="3" name="Subtitle 2"/>
          <p:cNvSpPr>
            <a:spLocks noGrp="1"/>
          </p:cNvSpPr>
          <p:nvPr>
            <p:ph type="subTitle" idx="1"/>
          </p:nvPr>
        </p:nvSpPr>
        <p:spPr/>
        <p:txBody>
          <a:bodyPr/>
          <a:lstStyle/>
          <a:p>
            <a:r>
              <a:rPr lang="en-US" dirty="0" smtClean="0"/>
              <a:t>Created by:-Krish Patel</a:t>
            </a:r>
            <a:endParaRPr lang="en-US" dirty="0"/>
          </a:p>
        </p:txBody>
      </p:sp>
    </p:spTree>
    <p:extLst>
      <p:ext uri="{BB962C8B-B14F-4D97-AF65-F5344CB8AC3E}">
        <p14:creationId xmlns:p14="http://schemas.microsoft.com/office/powerpoint/2010/main" val="2029588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Challenging Gender Stereotypes:</a:t>
            </a:r>
            <a:r>
              <a:rPr lang="en-US" dirty="0"/>
              <a:t> Discussing how "boys' toys" vs. "girls' toys" or "masculine" vs. "feminine" subjects (e.g., STEM for boys, arts for girls) limit potential.</a:t>
            </a:r>
          </a:p>
          <a:p>
            <a:r>
              <a:rPr lang="en-US" b="1" dirty="0"/>
              <a:t>Inclusive Education &amp; Language:</a:t>
            </a:r>
            <a:r>
              <a:rPr lang="en-US" dirty="0"/>
              <a:t> Implementing gender-neutral language, ensuring equal representation in curriculum, and fostering a safe school culture.</a:t>
            </a:r>
          </a:p>
          <a:p>
            <a:r>
              <a:rPr lang="en-US" b="1" dirty="0"/>
              <a:t>Equality in Sports &amp; Activities:</a:t>
            </a:r>
            <a:r>
              <a:rPr lang="en-US" dirty="0"/>
              <a:t> Promoting equal access to sports, school clubs, and leadership roles for all students, regardless of gender.</a:t>
            </a:r>
          </a:p>
          <a:p>
            <a:r>
              <a:rPr lang="en-US" b="1" dirty="0"/>
              <a:t>Gender-Based Violence &amp; Bullying:</a:t>
            </a:r>
            <a:r>
              <a:rPr lang="en-US" dirty="0"/>
              <a:t> Understanding consent, respecting personal boundaries, and addressing harassment within schools.</a:t>
            </a:r>
          </a:p>
          <a:p>
            <a:r>
              <a:rPr lang="en-US" b="1" dirty="0"/>
              <a:t>Media Influence on Gender Roles:</a:t>
            </a:r>
            <a:r>
              <a:rPr lang="en-US" dirty="0"/>
              <a:t> Analyzing how movies, ads, and social media perpetuate or challenge gender norms.</a:t>
            </a:r>
          </a:p>
          <a:p>
            <a:r>
              <a:rPr lang="en-US" b="1" dirty="0"/>
              <a:t>The Role of Education in Empowering Girls:</a:t>
            </a:r>
            <a:r>
              <a:rPr lang="en-US" dirty="0"/>
              <a:t> Highlighting the importance of girls' education in reducing poverty and improving society.</a:t>
            </a:r>
          </a:p>
          <a:p>
            <a:r>
              <a:rPr lang="en-US" b="1" dirty="0"/>
              <a:t>Shared Responsibilities:</a:t>
            </a:r>
            <a:r>
              <a:rPr lang="en-US" dirty="0"/>
              <a:t> Promoting the idea that chores and caregiving are not gender-specific. </a:t>
            </a:r>
          </a:p>
          <a:p>
            <a:endParaRPr lang="en-US" dirty="0"/>
          </a:p>
        </p:txBody>
      </p:sp>
    </p:spTree>
    <p:extLst>
      <p:ext uri="{BB962C8B-B14F-4D97-AF65-F5344CB8AC3E}">
        <p14:creationId xmlns:p14="http://schemas.microsoft.com/office/powerpoint/2010/main" val="3834713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Action Points for Students</a:t>
            </a:r>
            <a:endParaRPr lang="en-US" dirty="0"/>
          </a:p>
        </p:txBody>
      </p:sp>
      <p:sp>
        <p:nvSpPr>
          <p:cNvPr id="3" name="Content Placeholder 2"/>
          <p:cNvSpPr>
            <a:spLocks noGrp="1"/>
          </p:cNvSpPr>
          <p:nvPr>
            <p:ph idx="1"/>
          </p:nvPr>
        </p:nvSpPr>
        <p:spPr/>
        <p:txBody>
          <a:bodyPr/>
          <a:lstStyle/>
          <a:p>
            <a:r>
              <a:rPr lang="en-US" b="1" dirty="0"/>
              <a:t>Use Inclusive Language:</a:t>
            </a:r>
            <a:r>
              <a:rPr lang="en-US" dirty="0"/>
              <a:t> Avoid gendered assumptions (e.g., saying "police officer" instead of "policeman").</a:t>
            </a:r>
          </a:p>
          <a:p>
            <a:r>
              <a:rPr lang="en-US" b="1" dirty="0"/>
              <a:t>Speak Up:</a:t>
            </a:r>
            <a:r>
              <a:rPr lang="en-US" dirty="0"/>
              <a:t> Challenge sexist jokes, bullying, or unfair, gender-based rules.</a:t>
            </a:r>
          </a:p>
          <a:p>
            <a:r>
              <a:rPr lang="en-US" b="1" dirty="0"/>
              <a:t>Support Peers:</a:t>
            </a:r>
            <a:r>
              <a:rPr lang="en-US" dirty="0"/>
              <a:t> Encourage friends to pursue interests and careers that may not conform to traditional gender roles. </a:t>
            </a:r>
          </a:p>
          <a:p>
            <a:r>
              <a:rPr lang="en-US" b="1" dirty="0"/>
              <a:t>Key Takeaway for Students</a:t>
            </a:r>
            <a:r>
              <a:rPr lang="en-US" dirty="0"/>
              <a:t/>
            </a:r>
            <a:br>
              <a:rPr lang="en-US" dirty="0"/>
            </a:br>
            <a:r>
              <a:rPr lang="en-US" dirty="0"/>
              <a:t>Gender equality in schools empowers students to develop critical skills like self-management, communication, and negotiation, which are essential for future success. </a:t>
            </a:r>
          </a:p>
        </p:txBody>
      </p:sp>
    </p:spTree>
    <p:extLst>
      <p:ext uri="{BB962C8B-B14F-4D97-AF65-F5344CB8AC3E}">
        <p14:creationId xmlns:p14="http://schemas.microsoft.com/office/powerpoint/2010/main" val="2194274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good topic for gender equality?</a:t>
            </a:r>
          </a:p>
        </p:txBody>
      </p:sp>
      <p:sp>
        <p:nvSpPr>
          <p:cNvPr id="3" name="Content Placeholder 2"/>
          <p:cNvSpPr>
            <a:spLocks noGrp="1"/>
          </p:cNvSpPr>
          <p:nvPr>
            <p:ph idx="1"/>
          </p:nvPr>
        </p:nvSpPr>
        <p:spPr/>
        <p:txBody>
          <a:bodyPr/>
          <a:lstStyle/>
          <a:p>
            <a:r>
              <a:rPr lang="en-US" b="1" dirty="0"/>
              <a:t>Gender Equality</a:t>
            </a:r>
            <a:endParaRPr lang="en-US" dirty="0"/>
          </a:p>
          <a:p>
            <a:r>
              <a:rPr lang="en-US" dirty="0"/>
              <a:t>Gender Stereotypes and Sexism.</a:t>
            </a:r>
          </a:p>
          <a:p>
            <a:r>
              <a:rPr lang="en-US" dirty="0"/>
              <a:t>Violence against Women.</a:t>
            </a:r>
          </a:p>
          <a:p>
            <a:r>
              <a:rPr lang="en-US" dirty="0"/>
              <a:t>Equal Access of Women to Justice.</a:t>
            </a:r>
          </a:p>
          <a:p>
            <a:r>
              <a:rPr lang="en-US" dirty="0"/>
              <a:t>Balanced Participation in decision-making.</a:t>
            </a:r>
          </a:p>
          <a:p>
            <a:r>
              <a:rPr lang="en-US" dirty="0"/>
              <a:t>Ensuring women's empowerment and gender equality in relation to global and geopolitical challenges.</a:t>
            </a:r>
          </a:p>
          <a:p>
            <a:r>
              <a:rPr lang="en-US" dirty="0"/>
              <a:t>Gender mainstreaming and including an intersectional approach.</a:t>
            </a:r>
          </a:p>
          <a:p>
            <a:endParaRPr lang="en-US" dirty="0"/>
          </a:p>
        </p:txBody>
      </p:sp>
    </p:spTree>
    <p:extLst>
      <p:ext uri="{BB962C8B-B14F-4D97-AF65-F5344CB8AC3E}">
        <p14:creationId xmlns:p14="http://schemas.microsoft.com/office/powerpoint/2010/main" val="3009337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topic of gender equality?</a:t>
            </a:r>
          </a:p>
        </p:txBody>
      </p:sp>
      <p:sp>
        <p:nvSpPr>
          <p:cNvPr id="3" name="Content Placeholder 2"/>
          <p:cNvSpPr>
            <a:spLocks noGrp="1"/>
          </p:cNvSpPr>
          <p:nvPr>
            <p:ph idx="1"/>
          </p:nvPr>
        </p:nvSpPr>
        <p:spPr/>
        <p:txBody>
          <a:bodyPr/>
          <a:lstStyle/>
          <a:p>
            <a:r>
              <a:rPr lang="en-US" dirty="0"/>
              <a:t>Gender equality means that the rights, responsibilities and opportunities of individuals will not depend on whether they are male or female, handicapped or able bodied, young or elderly, white or black, or from rural or urban settings. Women are entitled to live in dignity, safety and security.</a:t>
            </a:r>
          </a:p>
        </p:txBody>
      </p:sp>
    </p:spTree>
    <p:extLst>
      <p:ext uri="{BB962C8B-B14F-4D97-AF65-F5344CB8AC3E}">
        <p14:creationId xmlns:p14="http://schemas.microsoft.com/office/powerpoint/2010/main" val="1802869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4 points of gender equality?</a:t>
            </a:r>
          </a:p>
        </p:txBody>
      </p:sp>
      <p:sp>
        <p:nvSpPr>
          <p:cNvPr id="3" name="Content Placeholder 2"/>
          <p:cNvSpPr>
            <a:spLocks noGrp="1"/>
          </p:cNvSpPr>
          <p:nvPr>
            <p:ph idx="1"/>
          </p:nvPr>
        </p:nvSpPr>
        <p:spPr/>
        <p:txBody>
          <a:bodyPr/>
          <a:lstStyle/>
          <a:p>
            <a:r>
              <a:rPr lang="en-US" dirty="0"/>
              <a:t>UN Women focuses on four main areas: promoting women's leadership and political participation, empowering women economically, ending violence against women, and supporting women's full and equal participation in peace processes and security efforts.</a:t>
            </a:r>
          </a:p>
        </p:txBody>
      </p:sp>
    </p:spTree>
    <p:extLst>
      <p:ext uri="{BB962C8B-B14F-4D97-AF65-F5344CB8AC3E}">
        <p14:creationId xmlns:p14="http://schemas.microsoft.com/office/powerpoint/2010/main" val="15371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5 gender equality?</a:t>
            </a:r>
          </a:p>
        </p:txBody>
      </p:sp>
      <p:sp>
        <p:nvSpPr>
          <p:cNvPr id="3" name="Content Placeholder 2"/>
          <p:cNvSpPr>
            <a:spLocks noGrp="1"/>
          </p:cNvSpPr>
          <p:nvPr>
            <p:ph idx="1"/>
          </p:nvPr>
        </p:nvSpPr>
        <p:spPr/>
        <p:txBody>
          <a:bodyPr/>
          <a:lstStyle/>
          <a:p>
            <a:r>
              <a:rPr lang="en-US" dirty="0"/>
              <a:t>"5 gender equality" refers to Sustainable Development Goal 5 (SDG 5), a United Nations initiative to achieve gender equality and empower all women and girls by ending discrimination, violence, harmful practices (like child marriage/FGM), ensuring equal economic/political participation, and universal access to reproductive health and rights, fostering a world where rights, responsibilities, and opportunities aren't based on gender.  </a:t>
            </a:r>
          </a:p>
        </p:txBody>
      </p:sp>
    </p:spTree>
    <p:extLst>
      <p:ext uri="{BB962C8B-B14F-4D97-AF65-F5344CB8AC3E}">
        <p14:creationId xmlns:p14="http://schemas.microsoft.com/office/powerpoint/2010/main" val="3495815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10 examples of research topics?</a:t>
            </a:r>
          </a:p>
        </p:txBody>
      </p:sp>
      <p:sp>
        <p:nvSpPr>
          <p:cNvPr id="3" name="Content Placeholder 2"/>
          <p:cNvSpPr>
            <a:spLocks noGrp="1"/>
          </p:cNvSpPr>
          <p:nvPr>
            <p:ph idx="1"/>
          </p:nvPr>
        </p:nvSpPr>
        <p:spPr/>
        <p:txBody>
          <a:bodyPr/>
          <a:lstStyle/>
          <a:p>
            <a:r>
              <a:rPr lang="en-US" dirty="0"/>
              <a:t>Ten compelling research topics span modern challenges and innovations, including AI's impact on society, climate change solutions, ** mental health** (anxiety, social media's role), sustainable food systems, the ethics of genetic engineering, improving online education, future of work (automation), public health (pandemic preparedness), renewable energy, and the effects of technology on human behavior (like text messaging on literacy). These areas offer diverse opportunities for exploring technology, social science, health, and environmental issues. </a:t>
            </a:r>
          </a:p>
        </p:txBody>
      </p:sp>
    </p:spTree>
    <p:extLst>
      <p:ext uri="{BB962C8B-B14F-4D97-AF65-F5344CB8AC3E}">
        <p14:creationId xmlns:p14="http://schemas.microsoft.com/office/powerpoint/2010/main" val="3350327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best topic for an essay?</a:t>
            </a:r>
          </a:p>
        </p:txBody>
      </p:sp>
      <p:sp>
        <p:nvSpPr>
          <p:cNvPr id="3" name="Content Placeholder 2"/>
          <p:cNvSpPr>
            <a:spLocks noGrp="1"/>
          </p:cNvSpPr>
          <p:nvPr>
            <p:ph idx="1"/>
          </p:nvPr>
        </p:nvSpPr>
        <p:spPr/>
        <p:txBody>
          <a:bodyPr/>
          <a:lstStyle/>
          <a:p>
            <a:r>
              <a:rPr lang="en-US" dirty="0"/>
              <a:t>Good essay topics cover personal growth, societal issues, technology's impact, or academic subjects, ranging from exploring your own journey ( overcoming challenges, cultural identity) to analyzing global themes (climate change, AI, education, mental health), often focusing on "why" or "how" something affects us, like social media's influence on youth or the ethics of new tech. Choose a topic that genuinely interests you and allows for strong personal reflection or research, such as a meaningful experience, a passion, or a problem you'd like to solve. </a:t>
            </a:r>
          </a:p>
        </p:txBody>
      </p:sp>
    </p:spTree>
    <p:extLst>
      <p:ext uri="{BB962C8B-B14F-4D97-AF65-F5344CB8AC3E}">
        <p14:creationId xmlns:p14="http://schemas.microsoft.com/office/powerpoint/2010/main" val="148679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talk to kids about gender equality?</a:t>
            </a:r>
          </a:p>
        </p:txBody>
      </p:sp>
      <p:sp>
        <p:nvSpPr>
          <p:cNvPr id="3" name="Content Placeholder 2"/>
          <p:cNvSpPr>
            <a:spLocks noGrp="1"/>
          </p:cNvSpPr>
          <p:nvPr>
            <p:ph idx="1"/>
          </p:nvPr>
        </p:nvSpPr>
        <p:spPr/>
        <p:txBody>
          <a:bodyPr/>
          <a:lstStyle/>
          <a:p>
            <a:r>
              <a:rPr lang="en-US" dirty="0"/>
              <a:t>How do I explain gender equality to a young child? Keep it simple and concrete. Focus on fairness: "Everyone can play with any toys they like," "Mummies and daddies both help at home," "Girls and boys can be anything they want to be." Use examples from your child's own life and the people they see around them.7 Oct 2025</a:t>
            </a:r>
          </a:p>
        </p:txBody>
      </p:sp>
    </p:spTree>
    <p:extLst>
      <p:ext uri="{BB962C8B-B14F-4D97-AF65-F5344CB8AC3E}">
        <p14:creationId xmlns:p14="http://schemas.microsoft.com/office/powerpoint/2010/main" val="2342083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goal 5 gender equality?</a:t>
            </a:r>
          </a:p>
        </p:txBody>
      </p:sp>
      <p:sp>
        <p:nvSpPr>
          <p:cNvPr id="3" name="Content Placeholder 2"/>
          <p:cNvSpPr>
            <a:spLocks noGrp="1"/>
          </p:cNvSpPr>
          <p:nvPr>
            <p:ph idx="1"/>
          </p:nvPr>
        </p:nvSpPr>
        <p:spPr/>
        <p:txBody>
          <a:bodyPr/>
          <a:lstStyle/>
          <a:p>
            <a:r>
              <a:rPr lang="en-US" dirty="0"/>
              <a:t>Goal 5 of the </a:t>
            </a:r>
            <a:r>
              <a:rPr lang="en-US" dirty="0">
                <a:hlinkClick r:id="rId2"/>
              </a:rPr>
              <a:t>United Nations Sustainable Development Goals</a:t>
            </a:r>
            <a:r>
              <a:rPr lang="en-US" dirty="0"/>
              <a:t> (SDGs) aims to achieve gender equality and empower all women and girls by ending discrimination, eliminating violence, ensuring bodily autonomy, valuing unpaid work, and guaranteeing equal opportunities in leadership and economic resources, recognizing it as a fundamental human right and essential for sustainable development. Despite progress in education and health, global efforts are off track, facing major challenges like pervasive gender-based violence, unequal pay, underrepresentation in leadership, and unequal distribution of care work, requiring urgent policy changes and societal shifts to meet 2030 targets.  </a:t>
            </a:r>
          </a:p>
        </p:txBody>
      </p:sp>
    </p:spTree>
    <p:extLst>
      <p:ext uri="{BB962C8B-B14F-4D97-AF65-F5344CB8AC3E}">
        <p14:creationId xmlns:p14="http://schemas.microsoft.com/office/powerpoint/2010/main" val="9139953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can we promote gender equality?</a:t>
            </a:r>
          </a:p>
        </p:txBody>
      </p:sp>
      <p:sp>
        <p:nvSpPr>
          <p:cNvPr id="3" name="Content Placeholder 2"/>
          <p:cNvSpPr>
            <a:spLocks noGrp="1"/>
          </p:cNvSpPr>
          <p:nvPr>
            <p:ph idx="1"/>
          </p:nvPr>
        </p:nvSpPr>
        <p:spPr/>
        <p:txBody>
          <a:bodyPr/>
          <a:lstStyle/>
          <a:p>
            <a:r>
              <a:rPr lang="en-US" dirty="0"/>
              <a:t>SHARE HOUSEHOLD CHORES AND CHILDCARE EQUALLY. ...</a:t>
            </a:r>
          </a:p>
          <a:p>
            <a:r>
              <a:rPr lang="en-US" dirty="0"/>
              <a:t>WATCH FOR SIGNS OF DOMESTIC VIOLENCE. ...</a:t>
            </a:r>
          </a:p>
          <a:p>
            <a:r>
              <a:rPr lang="en-US" dirty="0"/>
              <a:t>SUPPORT MOTHERS AND PARENTS. ...</a:t>
            </a:r>
          </a:p>
          <a:p>
            <a:r>
              <a:rPr lang="en-US" dirty="0"/>
              <a:t>REJECT CHAUVINIST AND RACIST ATTITUDES. ...</a:t>
            </a:r>
          </a:p>
          <a:p>
            <a:r>
              <a:rPr lang="en-US" dirty="0"/>
              <a:t>HELP WOMEN GAIN POWER. ...</a:t>
            </a:r>
          </a:p>
          <a:p>
            <a:r>
              <a:rPr lang="en-US" dirty="0"/>
              <a:t>LISTEN AND REFLECT. ...</a:t>
            </a:r>
          </a:p>
          <a:p>
            <a:r>
              <a:rPr lang="en-US" dirty="0"/>
              <a:t>HIRE DIVERSITY. ...</a:t>
            </a:r>
          </a:p>
          <a:p>
            <a:r>
              <a:rPr lang="en-US" dirty="0"/>
              <a:t>PAY (AND DEMAND) THE SAME SALARY FOR EQUAL WORK.</a:t>
            </a:r>
          </a:p>
          <a:p>
            <a:endParaRPr lang="en-US" dirty="0"/>
          </a:p>
        </p:txBody>
      </p:sp>
    </p:spTree>
    <p:extLst>
      <p:ext uri="{BB962C8B-B14F-4D97-AF65-F5344CB8AC3E}">
        <p14:creationId xmlns:p14="http://schemas.microsoft.com/office/powerpoint/2010/main" val="3322816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12 types of research?</a:t>
            </a:r>
          </a:p>
        </p:txBody>
      </p:sp>
      <p:sp>
        <p:nvSpPr>
          <p:cNvPr id="3" name="Content Placeholder 2"/>
          <p:cNvSpPr>
            <a:spLocks noGrp="1"/>
          </p:cNvSpPr>
          <p:nvPr>
            <p:ph idx="1"/>
          </p:nvPr>
        </p:nvSpPr>
        <p:spPr/>
        <p:txBody>
          <a:bodyPr/>
          <a:lstStyle/>
          <a:p>
            <a:r>
              <a:rPr lang="en-US" dirty="0"/>
              <a:t>There are many ways to categorize research, but a common list of 12 types includes Applied Research, Basic Research, Correlational Research, Descriptive Research, Ethnographic Research, Experimental Research, Exploratory Research, Grounded Theory, Historical Research, Phenomenological Research, Qualitative Research, and Quantitative Research, each serving different purposes from solving problems (Applied) to understanding phenomena (Basic) or describing patterns (Descriptive).  </a:t>
            </a:r>
          </a:p>
        </p:txBody>
      </p:sp>
    </p:spTree>
    <p:extLst>
      <p:ext uri="{BB962C8B-B14F-4D97-AF65-F5344CB8AC3E}">
        <p14:creationId xmlns:p14="http://schemas.microsoft.com/office/powerpoint/2010/main" val="2922342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some topics about gender equality?</a:t>
            </a:r>
          </a:p>
        </p:txBody>
      </p:sp>
      <p:sp>
        <p:nvSpPr>
          <p:cNvPr id="3" name="Content Placeholder 2"/>
          <p:cNvSpPr>
            <a:spLocks noGrp="1"/>
          </p:cNvSpPr>
          <p:nvPr>
            <p:ph idx="1"/>
          </p:nvPr>
        </p:nvSpPr>
        <p:spPr/>
        <p:txBody>
          <a:bodyPr/>
          <a:lstStyle/>
          <a:p>
            <a:r>
              <a:rPr lang="en-US" dirty="0"/>
              <a:t>Gender equality is strongly tied to women's rights, and often requires policy changes. On a global scale, achieving gender equality also requires eliminating harmful practices against women and girls, including sex trafficking, </a:t>
            </a:r>
            <a:r>
              <a:rPr lang="en-US" dirty="0" err="1"/>
              <a:t>femicide</a:t>
            </a:r>
            <a:r>
              <a:rPr lang="en-US" dirty="0"/>
              <a:t>, wartime sexual violence, gender wage gap, and other oppression tactics.</a:t>
            </a:r>
          </a:p>
        </p:txBody>
      </p:sp>
    </p:spTree>
    <p:extLst>
      <p:ext uri="{BB962C8B-B14F-4D97-AF65-F5344CB8AC3E}">
        <p14:creationId xmlns:p14="http://schemas.microsoft.com/office/powerpoint/2010/main" val="190325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Thankk</a:t>
            </a:r>
            <a:r>
              <a:rPr lang="en-US" dirty="0" smtClean="0"/>
              <a:t> </a:t>
            </a:r>
            <a:r>
              <a:rPr lang="en-US" smtClean="0"/>
              <a:t>Youu</a:t>
            </a:r>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965204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12</TotalTime>
  <Words>468</Words>
  <Application>Microsoft Office PowerPoint</Application>
  <PresentationFormat>Widescreen</PresentationFormat>
  <Paragraphs>51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Century Gothic</vt:lpstr>
      <vt:lpstr>Wingdings 3</vt:lpstr>
      <vt:lpstr>Ion Boardroom</vt:lpstr>
      <vt:lpstr>Gender Equality</vt:lpstr>
      <vt:lpstr>Topic</vt:lpstr>
      <vt:lpstr>Key Action Points for Students</vt:lpstr>
      <vt:lpstr>What is a good topic for gender equality?</vt:lpstr>
      <vt:lpstr>What is the topic of gender equality?</vt:lpstr>
      <vt:lpstr>What are the 4 points of gender equality?</vt:lpstr>
      <vt:lpstr>What is 5 gender equality?</vt:lpstr>
      <vt:lpstr>What are the 10 examples of research topics?</vt:lpstr>
      <vt:lpstr>What is the best topic for an essay?</vt:lpstr>
      <vt:lpstr>How to talk to kids about gender equality?</vt:lpstr>
      <vt:lpstr>What is goal 5 gender equality?</vt:lpstr>
      <vt:lpstr>How can we promote gender equality?</vt:lpstr>
      <vt:lpstr>What are the 12 types of research?</vt:lpstr>
      <vt:lpstr>What are some topics about gender equality?</vt:lpstr>
      <vt:lpstr>Thankk Youu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Gender Equality</dc:title>
  <dc:creator>student</dc:creator>
  <cp:lastModifiedBy>student</cp:lastModifiedBy>
  <cp:revision>4</cp:revision>
  <dcterms:created xsi:type="dcterms:W3CDTF">2026-02-10T09:31:23Z</dcterms:created>
  <dcterms:modified xsi:type="dcterms:W3CDTF">2026-02-10T09:44:56Z</dcterms:modified>
</cp:coreProperties>
</file>