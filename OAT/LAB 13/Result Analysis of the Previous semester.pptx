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  <c:pt idx="10">
                  <c:v>AVG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78</c:v>
                </c:pt>
                <c:pt idx="1">
                  <c:v>85</c:v>
                </c:pt>
                <c:pt idx="2">
                  <c:v>93</c:v>
                </c:pt>
                <c:pt idx="3">
                  <c:v>98</c:v>
                </c:pt>
                <c:pt idx="4">
                  <c:v>74</c:v>
                </c:pt>
                <c:pt idx="5">
                  <c:v>75</c:v>
                </c:pt>
                <c:pt idx="6">
                  <c:v>85</c:v>
                </c:pt>
                <c:pt idx="7">
                  <c:v>92</c:v>
                </c:pt>
                <c:pt idx="8">
                  <c:v>80</c:v>
                </c:pt>
                <c:pt idx="9">
                  <c:v>71</c:v>
                </c:pt>
                <c:pt idx="10">
                  <c:v>83.1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JAVA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  <c:pt idx="10">
                  <c:v>AVG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98</c:v>
                </c:pt>
                <c:pt idx="1">
                  <c:v>91</c:v>
                </c:pt>
                <c:pt idx="2">
                  <c:v>82</c:v>
                </c:pt>
                <c:pt idx="3">
                  <c:v>78</c:v>
                </c:pt>
                <c:pt idx="4">
                  <c:v>72</c:v>
                </c:pt>
                <c:pt idx="5">
                  <c:v>74</c:v>
                </c:pt>
                <c:pt idx="6">
                  <c:v>74</c:v>
                </c:pt>
                <c:pt idx="7">
                  <c:v>82</c:v>
                </c:pt>
                <c:pt idx="8">
                  <c:v>90</c:v>
                </c:pt>
                <c:pt idx="9">
                  <c:v>82</c:v>
                </c:pt>
                <c:pt idx="10">
                  <c:v>82.3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  <c:pt idx="10">
                  <c:v>AVG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99</c:v>
                </c:pt>
                <c:pt idx="1">
                  <c:v>78</c:v>
                </c:pt>
                <c:pt idx="2">
                  <c:v>71</c:v>
                </c:pt>
                <c:pt idx="3">
                  <c:v>85</c:v>
                </c:pt>
                <c:pt idx="4">
                  <c:v>82</c:v>
                </c:pt>
                <c:pt idx="5">
                  <c:v>81</c:v>
                </c:pt>
                <c:pt idx="6">
                  <c:v>96</c:v>
                </c:pt>
                <c:pt idx="7">
                  <c:v>76</c:v>
                </c:pt>
                <c:pt idx="8">
                  <c:v>70</c:v>
                </c:pt>
                <c:pt idx="9">
                  <c:v>93</c:v>
                </c:pt>
                <c:pt idx="10">
                  <c:v>83.1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  <c:pt idx="10">
                  <c:v>AVG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74</c:v>
                </c:pt>
                <c:pt idx="1">
                  <c:v>76</c:v>
                </c:pt>
                <c:pt idx="2">
                  <c:v>86</c:v>
                </c:pt>
                <c:pt idx="3">
                  <c:v>74</c:v>
                </c:pt>
                <c:pt idx="4">
                  <c:v>84</c:v>
                </c:pt>
                <c:pt idx="5">
                  <c:v>90</c:v>
                </c:pt>
                <c:pt idx="6">
                  <c:v>74</c:v>
                </c:pt>
                <c:pt idx="7">
                  <c:v>75</c:v>
                </c:pt>
                <c:pt idx="8">
                  <c:v>76</c:v>
                </c:pt>
                <c:pt idx="9">
                  <c:v>74</c:v>
                </c:pt>
                <c:pt idx="10">
                  <c:v>78.3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PC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  <c:pt idx="10">
                  <c:v>AVG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65</c:v>
                </c:pt>
                <c:pt idx="1">
                  <c:v>71</c:v>
                </c:pt>
                <c:pt idx="2">
                  <c:v>74</c:v>
                </c:pt>
                <c:pt idx="3">
                  <c:v>94</c:v>
                </c:pt>
                <c:pt idx="4">
                  <c:v>89</c:v>
                </c:pt>
                <c:pt idx="5">
                  <c:v>85</c:v>
                </c:pt>
                <c:pt idx="6">
                  <c:v>85</c:v>
                </c:pt>
                <c:pt idx="7">
                  <c:v>81</c:v>
                </c:pt>
                <c:pt idx="8">
                  <c:v>74</c:v>
                </c:pt>
                <c:pt idx="9">
                  <c:v>85</c:v>
                </c:pt>
                <c:pt idx="10">
                  <c:v>80.3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-872550896"/>
        <c:axId val="-872550352"/>
      </c:barChart>
      <c:catAx>
        <c:axId val="-872550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872550352"/>
        <c:crosses val="autoZero"/>
        <c:auto val="1"/>
        <c:lblAlgn val="ctr"/>
        <c:lblOffset val="100"/>
        <c:noMultiLvlLbl val="0"/>
      </c:catAx>
      <c:valAx>
        <c:axId val="-8725503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872550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  <c:pt idx="10">
                  <c:v>AVG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78</c:v>
                </c:pt>
                <c:pt idx="1">
                  <c:v>85</c:v>
                </c:pt>
                <c:pt idx="2">
                  <c:v>93</c:v>
                </c:pt>
                <c:pt idx="3">
                  <c:v>98</c:v>
                </c:pt>
                <c:pt idx="4">
                  <c:v>74</c:v>
                </c:pt>
                <c:pt idx="5">
                  <c:v>75</c:v>
                </c:pt>
                <c:pt idx="6">
                  <c:v>85</c:v>
                </c:pt>
                <c:pt idx="7">
                  <c:v>92</c:v>
                </c:pt>
                <c:pt idx="8">
                  <c:v>80</c:v>
                </c:pt>
                <c:pt idx="9">
                  <c:v>71</c:v>
                </c:pt>
                <c:pt idx="10">
                  <c:v>83.1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JAVA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  <c:pt idx="10">
                  <c:v>AVG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98</c:v>
                </c:pt>
                <c:pt idx="1">
                  <c:v>91</c:v>
                </c:pt>
                <c:pt idx="2">
                  <c:v>82</c:v>
                </c:pt>
                <c:pt idx="3">
                  <c:v>78</c:v>
                </c:pt>
                <c:pt idx="4">
                  <c:v>72</c:v>
                </c:pt>
                <c:pt idx="5">
                  <c:v>74</c:v>
                </c:pt>
                <c:pt idx="6">
                  <c:v>74</c:v>
                </c:pt>
                <c:pt idx="7">
                  <c:v>82</c:v>
                </c:pt>
                <c:pt idx="8">
                  <c:v>90</c:v>
                </c:pt>
                <c:pt idx="9">
                  <c:v>82</c:v>
                </c:pt>
                <c:pt idx="10">
                  <c:v>82.3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  <c:pt idx="10">
                  <c:v>AVG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99</c:v>
                </c:pt>
                <c:pt idx="1">
                  <c:v>78</c:v>
                </c:pt>
                <c:pt idx="2">
                  <c:v>71</c:v>
                </c:pt>
                <c:pt idx="3">
                  <c:v>85</c:v>
                </c:pt>
                <c:pt idx="4">
                  <c:v>82</c:v>
                </c:pt>
                <c:pt idx="5">
                  <c:v>81</c:v>
                </c:pt>
                <c:pt idx="6">
                  <c:v>96</c:v>
                </c:pt>
                <c:pt idx="7">
                  <c:v>76</c:v>
                </c:pt>
                <c:pt idx="8">
                  <c:v>70</c:v>
                </c:pt>
                <c:pt idx="9">
                  <c:v>93</c:v>
                </c:pt>
                <c:pt idx="10">
                  <c:v>83.1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  <c:pt idx="10">
                  <c:v>AVG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74</c:v>
                </c:pt>
                <c:pt idx="1">
                  <c:v>76</c:v>
                </c:pt>
                <c:pt idx="2">
                  <c:v>86</c:v>
                </c:pt>
                <c:pt idx="3">
                  <c:v>74</c:v>
                </c:pt>
                <c:pt idx="4">
                  <c:v>84</c:v>
                </c:pt>
                <c:pt idx="5">
                  <c:v>90</c:v>
                </c:pt>
                <c:pt idx="6">
                  <c:v>74</c:v>
                </c:pt>
                <c:pt idx="7">
                  <c:v>75</c:v>
                </c:pt>
                <c:pt idx="8">
                  <c:v>76</c:v>
                </c:pt>
                <c:pt idx="9">
                  <c:v>74</c:v>
                </c:pt>
                <c:pt idx="10">
                  <c:v>78.3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PC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  <c:pt idx="10">
                  <c:v>AVG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65</c:v>
                </c:pt>
                <c:pt idx="1">
                  <c:v>71</c:v>
                </c:pt>
                <c:pt idx="2">
                  <c:v>74</c:v>
                </c:pt>
                <c:pt idx="3">
                  <c:v>94</c:v>
                </c:pt>
                <c:pt idx="4">
                  <c:v>89</c:v>
                </c:pt>
                <c:pt idx="5">
                  <c:v>85</c:v>
                </c:pt>
                <c:pt idx="6">
                  <c:v>85</c:v>
                </c:pt>
                <c:pt idx="7">
                  <c:v>81</c:v>
                </c:pt>
                <c:pt idx="8">
                  <c:v>74</c:v>
                </c:pt>
                <c:pt idx="9">
                  <c:v>85</c:v>
                </c:pt>
                <c:pt idx="10">
                  <c:v>80.3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875466288"/>
        <c:axId val="-875457040"/>
      </c:lineChart>
      <c:catAx>
        <c:axId val="-875466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875457040"/>
        <c:crosses val="autoZero"/>
        <c:auto val="1"/>
        <c:lblAlgn val="ctr"/>
        <c:lblOffset val="100"/>
        <c:noMultiLvlLbl val="0"/>
      </c:catAx>
      <c:valAx>
        <c:axId val="-875457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875466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DSA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Sheet1!$A$2:$A$11</c:f>
              <c:strCache>
                <c:ptCount val="10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78</c:v>
                </c:pt>
                <c:pt idx="1">
                  <c:v>85</c:v>
                </c:pt>
                <c:pt idx="2">
                  <c:v>93</c:v>
                </c:pt>
                <c:pt idx="3">
                  <c:v>98</c:v>
                </c:pt>
                <c:pt idx="4">
                  <c:v>74</c:v>
                </c:pt>
                <c:pt idx="5">
                  <c:v>75</c:v>
                </c:pt>
                <c:pt idx="6">
                  <c:v>85</c:v>
                </c:pt>
                <c:pt idx="7">
                  <c:v>92</c:v>
                </c:pt>
                <c:pt idx="8">
                  <c:v>80</c:v>
                </c:pt>
                <c:pt idx="9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JAVA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98</c:v>
                </c:pt>
                <c:pt idx="1">
                  <c:v>91</c:v>
                </c:pt>
                <c:pt idx="2">
                  <c:v>82</c:v>
                </c:pt>
                <c:pt idx="3">
                  <c:v>78</c:v>
                </c:pt>
                <c:pt idx="4">
                  <c:v>72</c:v>
                </c:pt>
                <c:pt idx="5">
                  <c:v>74</c:v>
                </c:pt>
                <c:pt idx="6">
                  <c:v>74</c:v>
                </c:pt>
                <c:pt idx="7">
                  <c:v>82</c:v>
                </c:pt>
                <c:pt idx="8">
                  <c:v>90</c:v>
                </c:pt>
                <c:pt idx="9">
                  <c:v>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99</c:v>
                </c:pt>
                <c:pt idx="1">
                  <c:v>78</c:v>
                </c:pt>
                <c:pt idx="2">
                  <c:v>71</c:v>
                </c:pt>
                <c:pt idx="3">
                  <c:v>85</c:v>
                </c:pt>
                <c:pt idx="4">
                  <c:v>82</c:v>
                </c:pt>
                <c:pt idx="5">
                  <c:v>81</c:v>
                </c:pt>
                <c:pt idx="6">
                  <c:v>96</c:v>
                </c:pt>
                <c:pt idx="7">
                  <c:v>76</c:v>
                </c:pt>
                <c:pt idx="8">
                  <c:v>70</c:v>
                </c:pt>
                <c:pt idx="9">
                  <c:v>93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74</c:v>
                </c:pt>
                <c:pt idx="1">
                  <c:v>76</c:v>
                </c:pt>
                <c:pt idx="2">
                  <c:v>86</c:v>
                </c:pt>
                <c:pt idx="3">
                  <c:v>74</c:v>
                </c:pt>
                <c:pt idx="4">
                  <c:v>84</c:v>
                </c:pt>
                <c:pt idx="5">
                  <c:v>90</c:v>
                </c:pt>
                <c:pt idx="6">
                  <c:v>74</c:v>
                </c:pt>
                <c:pt idx="7">
                  <c:v>75</c:v>
                </c:pt>
                <c:pt idx="8">
                  <c:v>76</c:v>
                </c:pt>
                <c:pt idx="9">
                  <c:v>74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PC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65</c:v>
                </c:pt>
                <c:pt idx="1">
                  <c:v>71</c:v>
                </c:pt>
                <c:pt idx="2">
                  <c:v>74</c:v>
                </c:pt>
                <c:pt idx="3">
                  <c:v>94</c:v>
                </c:pt>
                <c:pt idx="4">
                  <c:v>89</c:v>
                </c:pt>
                <c:pt idx="5">
                  <c:v>85</c:v>
                </c:pt>
                <c:pt idx="6">
                  <c:v>85</c:v>
                </c:pt>
                <c:pt idx="7">
                  <c:v>81</c:v>
                </c:pt>
                <c:pt idx="8">
                  <c:v>74</c:v>
                </c:pt>
                <c:pt idx="9">
                  <c:v>85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Avg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</c:strCache>
            </c: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82.8</c:v>
                </c:pt>
                <c:pt idx="1">
                  <c:v>80.2</c:v>
                </c:pt>
                <c:pt idx="2">
                  <c:v>81.2</c:v>
                </c:pt>
                <c:pt idx="3">
                  <c:v>85.8</c:v>
                </c:pt>
                <c:pt idx="4">
                  <c:v>80.2</c:v>
                </c:pt>
                <c:pt idx="5">
                  <c:v>81</c:v>
                </c:pt>
                <c:pt idx="6">
                  <c:v>82.8</c:v>
                </c:pt>
                <c:pt idx="7">
                  <c:v>81.2</c:v>
                </c:pt>
                <c:pt idx="8">
                  <c:v>78</c:v>
                </c:pt>
                <c:pt idx="9">
                  <c:v>81</c:v>
                </c:pt>
              </c:numCache>
            </c:numRef>
          </c:val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78</c:v>
                </c:pt>
                <c:pt idx="1">
                  <c:v>85</c:v>
                </c:pt>
                <c:pt idx="2">
                  <c:v>93</c:v>
                </c:pt>
                <c:pt idx="3">
                  <c:v>98</c:v>
                </c:pt>
                <c:pt idx="4">
                  <c:v>74</c:v>
                </c:pt>
                <c:pt idx="5">
                  <c:v>75</c:v>
                </c:pt>
                <c:pt idx="6">
                  <c:v>85</c:v>
                </c:pt>
                <c:pt idx="7">
                  <c:v>92</c:v>
                </c:pt>
                <c:pt idx="8">
                  <c:v>80</c:v>
                </c:pt>
                <c:pt idx="9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JAVA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98</c:v>
                </c:pt>
                <c:pt idx="1">
                  <c:v>91</c:v>
                </c:pt>
                <c:pt idx="2">
                  <c:v>82</c:v>
                </c:pt>
                <c:pt idx="3">
                  <c:v>78</c:v>
                </c:pt>
                <c:pt idx="4">
                  <c:v>72</c:v>
                </c:pt>
                <c:pt idx="5">
                  <c:v>74</c:v>
                </c:pt>
                <c:pt idx="6">
                  <c:v>74</c:v>
                </c:pt>
                <c:pt idx="7">
                  <c:v>82</c:v>
                </c:pt>
                <c:pt idx="8">
                  <c:v>90</c:v>
                </c:pt>
                <c:pt idx="9">
                  <c:v>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99</c:v>
                </c:pt>
                <c:pt idx="1">
                  <c:v>78</c:v>
                </c:pt>
                <c:pt idx="2">
                  <c:v>71</c:v>
                </c:pt>
                <c:pt idx="3">
                  <c:v>85</c:v>
                </c:pt>
                <c:pt idx="4">
                  <c:v>82</c:v>
                </c:pt>
                <c:pt idx="5">
                  <c:v>81</c:v>
                </c:pt>
                <c:pt idx="6">
                  <c:v>96</c:v>
                </c:pt>
                <c:pt idx="7">
                  <c:v>76</c:v>
                </c:pt>
                <c:pt idx="8">
                  <c:v>70</c:v>
                </c:pt>
                <c:pt idx="9">
                  <c:v>93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74</c:v>
                </c:pt>
                <c:pt idx="1">
                  <c:v>76</c:v>
                </c:pt>
                <c:pt idx="2">
                  <c:v>86</c:v>
                </c:pt>
                <c:pt idx="3">
                  <c:v>74</c:v>
                </c:pt>
                <c:pt idx="4">
                  <c:v>84</c:v>
                </c:pt>
                <c:pt idx="5">
                  <c:v>90</c:v>
                </c:pt>
                <c:pt idx="6">
                  <c:v>74</c:v>
                </c:pt>
                <c:pt idx="7">
                  <c:v>75</c:v>
                </c:pt>
                <c:pt idx="8">
                  <c:v>76</c:v>
                </c:pt>
                <c:pt idx="9">
                  <c:v>74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PC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65</c:v>
                </c:pt>
                <c:pt idx="1">
                  <c:v>71</c:v>
                </c:pt>
                <c:pt idx="2">
                  <c:v>74</c:v>
                </c:pt>
                <c:pt idx="3">
                  <c:v>94</c:v>
                </c:pt>
                <c:pt idx="4">
                  <c:v>89</c:v>
                </c:pt>
                <c:pt idx="5">
                  <c:v>85</c:v>
                </c:pt>
                <c:pt idx="6">
                  <c:v>85</c:v>
                </c:pt>
                <c:pt idx="7">
                  <c:v>81</c:v>
                </c:pt>
                <c:pt idx="8">
                  <c:v>74</c:v>
                </c:pt>
                <c:pt idx="9">
                  <c:v>85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  <c:pt idx="4">
                  <c:v>A5</c:v>
                </c:pt>
                <c:pt idx="5">
                  <c:v>A6</c:v>
                </c:pt>
                <c:pt idx="6">
                  <c:v>A7</c:v>
                </c:pt>
                <c:pt idx="7">
                  <c:v>A8</c:v>
                </c:pt>
                <c:pt idx="8">
                  <c:v>A9</c:v>
                </c:pt>
                <c:pt idx="9">
                  <c:v>A10</c:v>
                </c:pt>
              </c:strCache>
            </c: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82.8</c:v>
                </c:pt>
                <c:pt idx="1">
                  <c:v>80.2</c:v>
                </c:pt>
                <c:pt idx="2">
                  <c:v>81.2</c:v>
                </c:pt>
                <c:pt idx="3">
                  <c:v>85.8</c:v>
                </c:pt>
                <c:pt idx="4">
                  <c:v>80.2</c:v>
                </c:pt>
                <c:pt idx="5">
                  <c:v>81</c:v>
                </c:pt>
                <c:pt idx="6">
                  <c:v>82.8</c:v>
                </c:pt>
                <c:pt idx="7">
                  <c:v>81.2</c:v>
                </c:pt>
                <c:pt idx="8">
                  <c:v>78</c:v>
                </c:pt>
                <c:pt idx="9">
                  <c:v>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920258224"/>
        <c:axId val="-920262032"/>
      </c:barChart>
      <c:catAx>
        <c:axId val="-920258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920262032"/>
        <c:crosses val="autoZero"/>
        <c:auto val="1"/>
        <c:lblAlgn val="ctr"/>
        <c:lblOffset val="100"/>
        <c:noMultiLvlLbl val="0"/>
      </c:catAx>
      <c:valAx>
        <c:axId val="-92026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920258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39C1FE-A151-4E4B-8996-AA656B6470E7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FB6C05C4-F83B-4406-82C0-62E5963DA546}">
      <dgm:prSet phldrT="[Text]" custT="1"/>
      <dgm:spPr/>
      <dgm:t>
        <a:bodyPr/>
        <a:lstStyle/>
        <a:p>
          <a:r>
            <a:rPr lang="en-US" sz="2000" dirty="0" smtClean="0"/>
            <a:t>Diploma</a:t>
          </a:r>
          <a:endParaRPr lang="en-US" sz="2000" dirty="0"/>
        </a:p>
      </dgm:t>
    </dgm:pt>
    <dgm:pt modelId="{93833872-95C7-4E63-B0D6-73A1592AA07A}" type="parTrans" cxnId="{F9C9EB2D-BA73-4BDF-8C46-C89471656561}">
      <dgm:prSet/>
      <dgm:spPr/>
      <dgm:t>
        <a:bodyPr/>
        <a:lstStyle/>
        <a:p>
          <a:endParaRPr lang="en-US"/>
        </a:p>
      </dgm:t>
    </dgm:pt>
    <dgm:pt modelId="{59D496C6-38C6-4CAB-8AE1-27D8A8F9F08C}" type="sibTrans" cxnId="{F9C9EB2D-BA73-4BDF-8C46-C89471656561}">
      <dgm:prSet/>
      <dgm:spPr/>
      <dgm:t>
        <a:bodyPr/>
        <a:lstStyle/>
        <a:p>
          <a:endParaRPr lang="en-US"/>
        </a:p>
      </dgm:t>
    </dgm:pt>
    <dgm:pt modelId="{65247329-6DC7-44BA-A57E-DFB27F4E89EF}">
      <dgm:prSet phldrT="[Text]" custT="1"/>
      <dgm:spPr/>
      <dgm:t>
        <a:bodyPr/>
        <a:lstStyle/>
        <a:p>
          <a:r>
            <a:rPr lang="en-US" sz="4000" dirty="0" smtClean="0"/>
            <a:t>B.tech</a:t>
          </a:r>
          <a:endParaRPr lang="en-US" sz="4000" dirty="0"/>
        </a:p>
      </dgm:t>
    </dgm:pt>
    <dgm:pt modelId="{13F0BDD9-AF3B-482F-9304-953EBD6A0070}" type="parTrans" cxnId="{8C14FD98-3A1C-45B8-9818-FDCF98A94EBC}">
      <dgm:prSet/>
      <dgm:spPr/>
      <dgm:t>
        <a:bodyPr/>
        <a:lstStyle/>
        <a:p>
          <a:endParaRPr lang="en-US"/>
        </a:p>
      </dgm:t>
    </dgm:pt>
    <dgm:pt modelId="{E9F2DEB2-855A-49D1-8488-8336BF40BF4D}" type="sibTrans" cxnId="{8C14FD98-3A1C-45B8-9818-FDCF98A94EBC}">
      <dgm:prSet/>
      <dgm:spPr/>
      <dgm:t>
        <a:bodyPr/>
        <a:lstStyle/>
        <a:p>
          <a:endParaRPr lang="en-US"/>
        </a:p>
      </dgm:t>
    </dgm:pt>
    <dgm:pt modelId="{71C57E52-1656-4111-BE59-2D2973886FAF}">
      <dgm:prSet phldrT="[Text]" custT="1"/>
      <dgm:spPr/>
      <dgm:t>
        <a:bodyPr/>
        <a:lstStyle/>
        <a:p>
          <a:r>
            <a:rPr lang="en-US" sz="6600" dirty="0" smtClean="0"/>
            <a:t>BBA</a:t>
          </a:r>
          <a:endParaRPr lang="en-US" sz="6600" dirty="0"/>
        </a:p>
      </dgm:t>
    </dgm:pt>
    <dgm:pt modelId="{1B102758-3F89-4572-A37C-A2E650992085}" type="parTrans" cxnId="{CBB1AC05-0F64-4E77-8EA1-699CF7975487}">
      <dgm:prSet/>
      <dgm:spPr/>
      <dgm:t>
        <a:bodyPr/>
        <a:lstStyle/>
        <a:p>
          <a:endParaRPr lang="en-US"/>
        </a:p>
      </dgm:t>
    </dgm:pt>
    <dgm:pt modelId="{C739479F-F1EE-4240-B8CE-C7C40473C96A}" type="sibTrans" cxnId="{CBB1AC05-0F64-4E77-8EA1-699CF7975487}">
      <dgm:prSet/>
      <dgm:spPr/>
      <dgm:t>
        <a:bodyPr/>
        <a:lstStyle/>
        <a:p>
          <a:endParaRPr lang="en-US"/>
        </a:p>
      </dgm:t>
    </dgm:pt>
    <dgm:pt modelId="{67ED184E-DB10-4CE0-AF9D-832953D8CC98}">
      <dgm:prSet/>
      <dgm:spPr/>
      <dgm:t>
        <a:bodyPr/>
        <a:lstStyle/>
        <a:p>
          <a:r>
            <a:rPr lang="en-US" dirty="0" smtClean="0"/>
            <a:t>B.sc Hons</a:t>
          </a:r>
          <a:endParaRPr lang="en-US" dirty="0"/>
        </a:p>
      </dgm:t>
    </dgm:pt>
    <dgm:pt modelId="{495AB1FF-6003-4509-9E9C-E4DA6C66A5D0}" type="parTrans" cxnId="{FEB63620-9DAF-40EE-9C55-D18ED0A42663}">
      <dgm:prSet/>
      <dgm:spPr/>
      <dgm:t>
        <a:bodyPr/>
        <a:lstStyle/>
        <a:p>
          <a:endParaRPr lang="en-US"/>
        </a:p>
      </dgm:t>
    </dgm:pt>
    <dgm:pt modelId="{6BB33F6B-F49E-4E79-9323-3D1E034A16B7}" type="sibTrans" cxnId="{FEB63620-9DAF-40EE-9C55-D18ED0A42663}">
      <dgm:prSet/>
      <dgm:spPr/>
      <dgm:t>
        <a:bodyPr/>
        <a:lstStyle/>
        <a:p>
          <a:endParaRPr lang="en-US"/>
        </a:p>
      </dgm:t>
    </dgm:pt>
    <dgm:pt modelId="{AFE89874-8931-4A74-A402-E9B2FE8DC863}" type="pres">
      <dgm:prSet presAssocID="{BF39C1FE-A151-4E4B-8996-AA656B6470E7}" presName="Name0" presStyleCnt="0">
        <dgm:presLayoutVars>
          <dgm:dir/>
          <dgm:animLvl val="lvl"/>
          <dgm:resizeHandles val="exact"/>
        </dgm:presLayoutVars>
      </dgm:prSet>
      <dgm:spPr/>
    </dgm:pt>
    <dgm:pt modelId="{95398CBE-F885-4083-B6DE-A5BE53424BD8}" type="pres">
      <dgm:prSet presAssocID="{FB6C05C4-F83B-4406-82C0-62E5963DA546}" presName="Name8" presStyleCnt="0"/>
      <dgm:spPr/>
    </dgm:pt>
    <dgm:pt modelId="{9F3D5719-F08B-4B6F-930F-CBE2BB45858A}" type="pres">
      <dgm:prSet presAssocID="{FB6C05C4-F83B-4406-82C0-62E5963DA546}" presName="level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407502-0177-49C1-A6F6-F43B23A0C6C3}" type="pres">
      <dgm:prSet presAssocID="{FB6C05C4-F83B-4406-82C0-62E5963DA546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6891BD-7E0D-4A46-ADD4-27A75817E19A}" type="pres">
      <dgm:prSet presAssocID="{65247329-6DC7-44BA-A57E-DFB27F4E89EF}" presName="Name8" presStyleCnt="0"/>
      <dgm:spPr/>
    </dgm:pt>
    <dgm:pt modelId="{22DF1DF8-66FD-4D91-AB73-4004C220946B}" type="pres">
      <dgm:prSet presAssocID="{65247329-6DC7-44BA-A57E-DFB27F4E89EF}" presName="level" presStyleLbl="node1" presStyleIdx="1" presStyleCnt="4" custScaleX="99010" custLinFactNeighborX="-148" custLinFactNeighborY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B16941-BD1F-47A7-B440-18C912E72DAC}" type="pres">
      <dgm:prSet presAssocID="{65247329-6DC7-44BA-A57E-DFB27F4E89EF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85F506-FDD2-486D-BC3C-D06507E77349}" type="pres">
      <dgm:prSet presAssocID="{71C57E52-1656-4111-BE59-2D2973886FAF}" presName="Name8" presStyleCnt="0"/>
      <dgm:spPr/>
    </dgm:pt>
    <dgm:pt modelId="{73CA298B-1B73-4DF1-9848-94348C923632}" type="pres">
      <dgm:prSet presAssocID="{71C57E52-1656-4111-BE59-2D2973886FAF}" presName="level" presStyleLbl="node1" presStyleIdx="2" presStyleCnt="4" custLinFactNeighborX="987" custLinFactNeighborY="-257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BC144E-EFC0-4966-AFDB-D3D73680AB1D}" type="pres">
      <dgm:prSet presAssocID="{71C57E52-1656-4111-BE59-2D2973886FAF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6F4E34-4211-42FD-B733-0E43D4C4280D}" type="pres">
      <dgm:prSet presAssocID="{67ED184E-DB10-4CE0-AF9D-832953D8CC98}" presName="Name8" presStyleCnt="0"/>
      <dgm:spPr/>
    </dgm:pt>
    <dgm:pt modelId="{55943AC8-2FA5-4310-984B-D871C1A9EFB6}" type="pres">
      <dgm:prSet presAssocID="{67ED184E-DB10-4CE0-AF9D-832953D8CC98}" presName="level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FB0F48-B10D-4A19-8297-D64EFC10AC27}" type="pres">
      <dgm:prSet presAssocID="{67ED184E-DB10-4CE0-AF9D-832953D8CC98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2546357-A7C8-470E-B30D-1526BA1A53AE}" type="presOf" srcId="{71C57E52-1656-4111-BE59-2D2973886FAF}" destId="{6FBC144E-EFC0-4966-AFDB-D3D73680AB1D}" srcOrd="1" destOrd="0" presId="urn:microsoft.com/office/officeart/2005/8/layout/pyramid1"/>
    <dgm:cxn modelId="{C849665F-4E3F-45F7-BC95-C045E75B754E}" type="presOf" srcId="{65247329-6DC7-44BA-A57E-DFB27F4E89EF}" destId="{22DF1DF8-66FD-4D91-AB73-4004C220946B}" srcOrd="0" destOrd="0" presId="urn:microsoft.com/office/officeart/2005/8/layout/pyramid1"/>
    <dgm:cxn modelId="{BC3257C2-B0AB-474D-88C9-3E1FDC7ABB98}" type="presOf" srcId="{65247329-6DC7-44BA-A57E-DFB27F4E89EF}" destId="{77B16941-BD1F-47A7-B440-18C912E72DAC}" srcOrd="1" destOrd="0" presId="urn:microsoft.com/office/officeart/2005/8/layout/pyramid1"/>
    <dgm:cxn modelId="{1A1BCDE0-27AF-4881-94CF-8779B4DCC95B}" type="presOf" srcId="{67ED184E-DB10-4CE0-AF9D-832953D8CC98}" destId="{C6FB0F48-B10D-4A19-8297-D64EFC10AC27}" srcOrd="1" destOrd="0" presId="urn:microsoft.com/office/officeart/2005/8/layout/pyramid1"/>
    <dgm:cxn modelId="{BDC0F6B5-528C-43E1-B55A-A9EA02170DBC}" type="presOf" srcId="{BF39C1FE-A151-4E4B-8996-AA656B6470E7}" destId="{AFE89874-8931-4A74-A402-E9B2FE8DC863}" srcOrd="0" destOrd="0" presId="urn:microsoft.com/office/officeart/2005/8/layout/pyramid1"/>
    <dgm:cxn modelId="{F9C9EB2D-BA73-4BDF-8C46-C89471656561}" srcId="{BF39C1FE-A151-4E4B-8996-AA656B6470E7}" destId="{FB6C05C4-F83B-4406-82C0-62E5963DA546}" srcOrd="0" destOrd="0" parTransId="{93833872-95C7-4E63-B0D6-73A1592AA07A}" sibTransId="{59D496C6-38C6-4CAB-8AE1-27D8A8F9F08C}"/>
    <dgm:cxn modelId="{8C14FD98-3A1C-45B8-9818-FDCF98A94EBC}" srcId="{BF39C1FE-A151-4E4B-8996-AA656B6470E7}" destId="{65247329-6DC7-44BA-A57E-DFB27F4E89EF}" srcOrd="1" destOrd="0" parTransId="{13F0BDD9-AF3B-482F-9304-953EBD6A0070}" sibTransId="{E9F2DEB2-855A-49D1-8488-8336BF40BF4D}"/>
    <dgm:cxn modelId="{E4D882D5-FC0B-480F-923D-283A9557DDCE}" type="presOf" srcId="{67ED184E-DB10-4CE0-AF9D-832953D8CC98}" destId="{55943AC8-2FA5-4310-984B-D871C1A9EFB6}" srcOrd="0" destOrd="0" presId="urn:microsoft.com/office/officeart/2005/8/layout/pyramid1"/>
    <dgm:cxn modelId="{03BFBB5A-4221-46DF-B8EA-73A55BCF7BC7}" type="presOf" srcId="{FB6C05C4-F83B-4406-82C0-62E5963DA546}" destId="{F3407502-0177-49C1-A6F6-F43B23A0C6C3}" srcOrd="1" destOrd="0" presId="urn:microsoft.com/office/officeart/2005/8/layout/pyramid1"/>
    <dgm:cxn modelId="{CBB1AC05-0F64-4E77-8EA1-699CF7975487}" srcId="{BF39C1FE-A151-4E4B-8996-AA656B6470E7}" destId="{71C57E52-1656-4111-BE59-2D2973886FAF}" srcOrd="2" destOrd="0" parTransId="{1B102758-3F89-4572-A37C-A2E650992085}" sibTransId="{C739479F-F1EE-4240-B8CE-C7C40473C96A}"/>
    <dgm:cxn modelId="{A829E904-5FDE-45A7-8549-9D80DF7A6947}" type="presOf" srcId="{FB6C05C4-F83B-4406-82C0-62E5963DA546}" destId="{9F3D5719-F08B-4B6F-930F-CBE2BB45858A}" srcOrd="0" destOrd="0" presId="urn:microsoft.com/office/officeart/2005/8/layout/pyramid1"/>
    <dgm:cxn modelId="{FEB63620-9DAF-40EE-9C55-D18ED0A42663}" srcId="{BF39C1FE-A151-4E4B-8996-AA656B6470E7}" destId="{67ED184E-DB10-4CE0-AF9D-832953D8CC98}" srcOrd="3" destOrd="0" parTransId="{495AB1FF-6003-4509-9E9C-E4DA6C66A5D0}" sibTransId="{6BB33F6B-F49E-4E79-9323-3D1E034A16B7}"/>
    <dgm:cxn modelId="{373213E9-3540-4CDC-912A-0B70961B6B7A}" type="presOf" srcId="{71C57E52-1656-4111-BE59-2D2973886FAF}" destId="{73CA298B-1B73-4DF1-9848-94348C923632}" srcOrd="0" destOrd="0" presId="urn:microsoft.com/office/officeart/2005/8/layout/pyramid1"/>
    <dgm:cxn modelId="{D275C104-C711-4440-963A-DCEA28D6591D}" type="presParOf" srcId="{AFE89874-8931-4A74-A402-E9B2FE8DC863}" destId="{95398CBE-F885-4083-B6DE-A5BE53424BD8}" srcOrd="0" destOrd="0" presId="urn:microsoft.com/office/officeart/2005/8/layout/pyramid1"/>
    <dgm:cxn modelId="{E1DA16A3-83F6-49F3-A8F2-CE79AE3EF21D}" type="presParOf" srcId="{95398CBE-F885-4083-B6DE-A5BE53424BD8}" destId="{9F3D5719-F08B-4B6F-930F-CBE2BB45858A}" srcOrd="0" destOrd="0" presId="urn:microsoft.com/office/officeart/2005/8/layout/pyramid1"/>
    <dgm:cxn modelId="{F0B6D523-7427-4E99-A23E-007CDAA3DB4D}" type="presParOf" srcId="{95398CBE-F885-4083-B6DE-A5BE53424BD8}" destId="{F3407502-0177-49C1-A6F6-F43B23A0C6C3}" srcOrd="1" destOrd="0" presId="urn:microsoft.com/office/officeart/2005/8/layout/pyramid1"/>
    <dgm:cxn modelId="{756415CC-5210-4E0B-9532-80A3450671EC}" type="presParOf" srcId="{AFE89874-8931-4A74-A402-E9B2FE8DC863}" destId="{4A6891BD-7E0D-4A46-ADD4-27A75817E19A}" srcOrd="1" destOrd="0" presId="urn:microsoft.com/office/officeart/2005/8/layout/pyramid1"/>
    <dgm:cxn modelId="{66C4FF35-E025-4C4C-9E31-9E6C276C0B10}" type="presParOf" srcId="{4A6891BD-7E0D-4A46-ADD4-27A75817E19A}" destId="{22DF1DF8-66FD-4D91-AB73-4004C220946B}" srcOrd="0" destOrd="0" presId="urn:microsoft.com/office/officeart/2005/8/layout/pyramid1"/>
    <dgm:cxn modelId="{E3251775-F916-450A-9982-8DF56D16ABBB}" type="presParOf" srcId="{4A6891BD-7E0D-4A46-ADD4-27A75817E19A}" destId="{77B16941-BD1F-47A7-B440-18C912E72DAC}" srcOrd="1" destOrd="0" presId="urn:microsoft.com/office/officeart/2005/8/layout/pyramid1"/>
    <dgm:cxn modelId="{5995110E-43BE-49AC-BFBC-DC6EAF5AEF2E}" type="presParOf" srcId="{AFE89874-8931-4A74-A402-E9B2FE8DC863}" destId="{7985F506-FDD2-486D-BC3C-D06507E77349}" srcOrd="2" destOrd="0" presId="urn:microsoft.com/office/officeart/2005/8/layout/pyramid1"/>
    <dgm:cxn modelId="{2A1659D7-E6C0-4C5C-95AB-D053214C8639}" type="presParOf" srcId="{7985F506-FDD2-486D-BC3C-D06507E77349}" destId="{73CA298B-1B73-4DF1-9848-94348C923632}" srcOrd="0" destOrd="0" presId="urn:microsoft.com/office/officeart/2005/8/layout/pyramid1"/>
    <dgm:cxn modelId="{9D4B9849-263F-4960-9921-6E273825C59F}" type="presParOf" srcId="{7985F506-FDD2-486D-BC3C-D06507E77349}" destId="{6FBC144E-EFC0-4966-AFDB-D3D73680AB1D}" srcOrd="1" destOrd="0" presId="urn:microsoft.com/office/officeart/2005/8/layout/pyramid1"/>
    <dgm:cxn modelId="{E21F82FE-871B-4111-A3B9-7B91F71FE27D}" type="presParOf" srcId="{AFE89874-8931-4A74-A402-E9B2FE8DC863}" destId="{506F4E34-4211-42FD-B733-0E43D4C4280D}" srcOrd="3" destOrd="0" presId="urn:microsoft.com/office/officeart/2005/8/layout/pyramid1"/>
    <dgm:cxn modelId="{16FEA07D-AB4B-410F-8E82-2D841038C73B}" type="presParOf" srcId="{506F4E34-4211-42FD-B733-0E43D4C4280D}" destId="{55943AC8-2FA5-4310-984B-D871C1A9EFB6}" srcOrd="0" destOrd="0" presId="urn:microsoft.com/office/officeart/2005/8/layout/pyramid1"/>
    <dgm:cxn modelId="{F0D87CB0-F141-4337-AC04-A62D82868559}" type="presParOf" srcId="{506F4E34-4211-42FD-B733-0E43D4C4280D}" destId="{C6FB0F48-B10D-4A19-8297-D64EFC10AC27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D5719-F08B-4B6F-930F-CBE2BB45858A}">
      <dsp:nvSpPr>
        <dsp:cNvPr id="0" name=""/>
        <dsp:cNvSpPr/>
      </dsp:nvSpPr>
      <dsp:spPr>
        <a:xfrm>
          <a:off x="3047999" y="0"/>
          <a:ext cx="2032000" cy="936012"/>
        </a:xfrm>
        <a:prstGeom prst="trapezoid">
          <a:avLst>
            <a:gd name="adj" fmla="val 10854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Diploma</a:t>
          </a:r>
          <a:endParaRPr lang="en-US" sz="2000" kern="1200" dirty="0"/>
        </a:p>
      </dsp:txBody>
      <dsp:txXfrm>
        <a:off x="3047999" y="0"/>
        <a:ext cx="2032000" cy="936012"/>
      </dsp:txXfrm>
    </dsp:sp>
    <dsp:sp modelId="{22DF1DF8-66FD-4D91-AB73-4004C220946B}">
      <dsp:nvSpPr>
        <dsp:cNvPr id="0" name=""/>
        <dsp:cNvSpPr/>
      </dsp:nvSpPr>
      <dsp:spPr>
        <a:xfrm>
          <a:off x="2046102" y="936012"/>
          <a:ext cx="4023766" cy="936012"/>
        </a:xfrm>
        <a:prstGeom prst="trapezoid">
          <a:avLst>
            <a:gd name="adj" fmla="val 10854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B.tech</a:t>
          </a:r>
          <a:endParaRPr lang="en-US" sz="4000" kern="1200" dirty="0"/>
        </a:p>
      </dsp:txBody>
      <dsp:txXfrm>
        <a:off x="2750261" y="936012"/>
        <a:ext cx="2615448" cy="936012"/>
      </dsp:txXfrm>
    </dsp:sp>
    <dsp:sp modelId="{73CA298B-1B73-4DF1-9848-94348C923632}">
      <dsp:nvSpPr>
        <dsp:cNvPr id="0" name=""/>
        <dsp:cNvSpPr/>
      </dsp:nvSpPr>
      <dsp:spPr>
        <a:xfrm>
          <a:off x="1076167" y="1847959"/>
          <a:ext cx="6096000" cy="936012"/>
        </a:xfrm>
        <a:prstGeom prst="trapezoid">
          <a:avLst>
            <a:gd name="adj" fmla="val 10854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 dirty="0" smtClean="0"/>
            <a:t>BBA</a:t>
          </a:r>
          <a:endParaRPr lang="en-US" sz="6600" kern="1200" dirty="0"/>
        </a:p>
      </dsp:txBody>
      <dsp:txXfrm>
        <a:off x="2142967" y="1847959"/>
        <a:ext cx="3962400" cy="936012"/>
      </dsp:txXfrm>
    </dsp:sp>
    <dsp:sp modelId="{55943AC8-2FA5-4310-984B-D871C1A9EFB6}">
      <dsp:nvSpPr>
        <dsp:cNvPr id="0" name=""/>
        <dsp:cNvSpPr/>
      </dsp:nvSpPr>
      <dsp:spPr>
        <a:xfrm>
          <a:off x="0" y="2808036"/>
          <a:ext cx="8128000" cy="936012"/>
        </a:xfrm>
        <a:prstGeom prst="trapezoid">
          <a:avLst>
            <a:gd name="adj" fmla="val 10854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lvl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600" kern="1200" dirty="0" smtClean="0"/>
            <a:t>B.sc Hons</a:t>
          </a:r>
          <a:endParaRPr lang="en-US" sz="5600" kern="1200" dirty="0"/>
        </a:p>
      </dsp:txBody>
      <dsp:txXfrm>
        <a:off x="1422399" y="2808036"/>
        <a:ext cx="5283200" cy="936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Result Analysis of the Previous semester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-Krish 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775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Student </a:t>
            </a:r>
            <a:r>
              <a:rPr lang="en-US" dirty="0"/>
              <a:t>W</a:t>
            </a:r>
            <a:r>
              <a:rPr lang="en-US" dirty="0" smtClean="0"/>
              <a:t>ise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 Student &amp; 5 Subject (Average per subject)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917588"/>
              </p:ext>
            </p:extLst>
          </p:nvPr>
        </p:nvGraphicFramePr>
        <p:xfrm>
          <a:off x="1155698" y="2406316"/>
          <a:ext cx="8974890" cy="43891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95815"/>
                <a:gridCol w="1495815"/>
                <a:gridCol w="1510557"/>
                <a:gridCol w="1481073"/>
                <a:gridCol w="1495815"/>
                <a:gridCol w="1495815"/>
              </a:tblGrid>
              <a:tr h="328863">
                <a:tc>
                  <a:txBody>
                    <a:bodyPr/>
                    <a:lstStyle/>
                    <a:p>
                      <a:r>
                        <a:rPr lang="en-US" dirty="0" smtClean="0"/>
                        <a:t>Student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DSA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JAVA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PC</a:t>
                      </a:r>
                      <a:endParaRPr lang="en-US" dirty="0"/>
                    </a:p>
                  </a:txBody>
                  <a:tcPr/>
                </a:tc>
              </a:tr>
              <a:tr h="328863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328863">
                <a:tc>
                  <a:txBody>
                    <a:bodyPr/>
                    <a:lstStyle/>
                    <a:p>
                      <a:r>
                        <a:rPr lang="en-US" dirty="0" smtClean="0"/>
                        <a:t>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71</a:t>
                      </a:r>
                      <a:endParaRPr lang="en-US" dirty="0"/>
                    </a:p>
                  </a:txBody>
                  <a:tcPr/>
                </a:tc>
              </a:tr>
              <a:tr h="328863">
                <a:tc>
                  <a:txBody>
                    <a:bodyPr/>
                    <a:lstStyle/>
                    <a:p>
                      <a:r>
                        <a:rPr lang="en-US" dirty="0" smtClean="0"/>
                        <a:t>A3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</a:tr>
              <a:tr h="328863">
                <a:tc>
                  <a:txBody>
                    <a:bodyPr/>
                    <a:lstStyle/>
                    <a:p>
                      <a:r>
                        <a:rPr lang="en-US" dirty="0" smtClean="0"/>
                        <a:t>A4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94</a:t>
                      </a:r>
                      <a:endParaRPr lang="en-US" dirty="0"/>
                    </a:p>
                  </a:txBody>
                  <a:tcPr/>
                </a:tc>
              </a:tr>
              <a:tr h="328863">
                <a:tc>
                  <a:txBody>
                    <a:bodyPr/>
                    <a:lstStyle/>
                    <a:p>
                      <a:r>
                        <a:rPr lang="en-US" dirty="0" smtClean="0"/>
                        <a:t>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</a:tr>
              <a:tr h="328863">
                <a:tc>
                  <a:txBody>
                    <a:bodyPr/>
                    <a:lstStyle/>
                    <a:p>
                      <a:r>
                        <a:rPr lang="en-US" dirty="0" smtClean="0"/>
                        <a:t>A6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</a:tr>
              <a:tr h="328863">
                <a:tc>
                  <a:txBody>
                    <a:bodyPr/>
                    <a:lstStyle/>
                    <a:p>
                      <a:r>
                        <a:rPr lang="en-US" dirty="0" smtClean="0"/>
                        <a:t>A7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</a:tr>
              <a:tr h="328863">
                <a:tc>
                  <a:txBody>
                    <a:bodyPr/>
                    <a:lstStyle/>
                    <a:p>
                      <a:r>
                        <a:rPr lang="en-US" dirty="0" smtClean="0"/>
                        <a:t>A8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81</a:t>
                      </a:r>
                      <a:endParaRPr lang="en-US" dirty="0"/>
                    </a:p>
                  </a:txBody>
                  <a:tcPr/>
                </a:tc>
              </a:tr>
              <a:tr h="328863">
                <a:tc>
                  <a:txBody>
                    <a:bodyPr/>
                    <a:lstStyle/>
                    <a:p>
                      <a:r>
                        <a:rPr lang="en-US" dirty="0" smtClean="0"/>
                        <a:t>A9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</a:tr>
              <a:tr h="328863">
                <a:tc>
                  <a:txBody>
                    <a:bodyPr/>
                    <a:lstStyle/>
                    <a:p>
                      <a:r>
                        <a:rPr lang="en-US" dirty="0" smtClean="0"/>
                        <a:t>A10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</a:tr>
              <a:tr h="32886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AVG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83.1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82.3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83.1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78.3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80.3</a:t>
                      </a:r>
                    </a:p>
                  </a:txBody>
                  <a:tcPr marL="9525" marR="9525" marT="9525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081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Bar Chart</a:t>
            </a:r>
            <a:endParaRPr lang="en-US" dirty="0"/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948340284"/>
              </p:ext>
            </p:extLst>
          </p:nvPr>
        </p:nvGraphicFramePr>
        <p:xfrm>
          <a:off x="324853" y="2574758"/>
          <a:ext cx="11357810" cy="4018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3473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 Chart</a:t>
            </a:r>
            <a:endParaRPr lang="en-US" dirty="0"/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480358288"/>
              </p:ext>
            </p:extLst>
          </p:nvPr>
        </p:nvGraphicFramePr>
        <p:xfrm>
          <a:off x="745958" y="2562726"/>
          <a:ext cx="10960768" cy="3575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38151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Subject Wise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56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 Subjects &amp; it’s Average marks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994549"/>
              </p:ext>
            </p:extLst>
          </p:nvPr>
        </p:nvGraphicFramePr>
        <p:xfrm>
          <a:off x="1671052" y="2476277"/>
          <a:ext cx="8128001" cy="40792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61143"/>
                <a:gridCol w="1161143"/>
                <a:gridCol w="1161143"/>
                <a:gridCol w="1161143"/>
                <a:gridCol w="1161143"/>
                <a:gridCol w="1161143"/>
                <a:gridCol w="116114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Student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DSA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JAVA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Average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82.8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80.2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81.2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85.8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80.2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82.8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81.2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028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Pie Chart</a:t>
            </a:r>
            <a:endParaRPr lang="en-US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697258544"/>
              </p:ext>
            </p:extLst>
          </p:nvPr>
        </p:nvGraphicFramePr>
        <p:xfrm>
          <a:off x="1022684" y="2430379"/>
          <a:ext cx="10419348" cy="3707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20673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Column Chart</a:t>
            </a:r>
            <a:endParaRPr lang="en-US" dirty="0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1006361715"/>
              </p:ext>
            </p:extLst>
          </p:nvPr>
        </p:nvGraphicFramePr>
        <p:xfrm>
          <a:off x="565485" y="2334125"/>
          <a:ext cx="10978148" cy="4259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3648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Smart Art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64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Topic Of SmartArt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93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SmartArt</a:t>
            </a:r>
            <a:endParaRPr lang="en-US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084927409"/>
              </p:ext>
            </p:extLst>
          </p:nvPr>
        </p:nvGraphicFramePr>
        <p:xfrm>
          <a:off x="1872588" y="2514600"/>
          <a:ext cx="8128000" cy="3744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769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Thankk Youu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14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50</TotalTime>
  <Words>208</Words>
  <Application>Microsoft Office PowerPoint</Application>
  <PresentationFormat>Widescreen</PresentationFormat>
  <Paragraphs>171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Ion Boardroom</vt:lpstr>
      <vt:lpstr>Result Analysis of the Previous semester</vt:lpstr>
      <vt:lpstr>Student Wise Analysis</vt:lpstr>
      <vt:lpstr>10 Student &amp; 5 Subject (Average per subject)</vt:lpstr>
      <vt:lpstr>Bar Chart</vt:lpstr>
      <vt:lpstr>Line Chart</vt:lpstr>
      <vt:lpstr>Subject Wise Analysis</vt:lpstr>
      <vt:lpstr>5 Subjects &amp; it’s Average marks</vt:lpstr>
      <vt:lpstr>Pie Chart</vt:lpstr>
      <vt:lpstr>Column Chart</vt:lpstr>
      <vt:lpstr>Smart Art</vt:lpstr>
      <vt:lpstr>Topic Of SmartArt</vt:lpstr>
      <vt:lpstr>SmartArt</vt:lpstr>
      <vt:lpstr>Thankk Youu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 Analysis of the Previous semester</dc:title>
  <dc:creator>student</dc:creator>
  <cp:lastModifiedBy>student</cp:lastModifiedBy>
  <cp:revision>31</cp:revision>
  <dcterms:created xsi:type="dcterms:W3CDTF">2026-02-24T08:51:39Z</dcterms:created>
  <dcterms:modified xsi:type="dcterms:W3CDTF">2026-02-24T09:41:52Z</dcterms:modified>
</cp:coreProperties>
</file>