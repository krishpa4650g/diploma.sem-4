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MCQ PHP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-</a:t>
            </a:r>
            <a:r>
              <a:rPr lang="en-US" dirty="0" err="1" smtClean="0"/>
              <a:t>krish</a:t>
            </a:r>
            <a:r>
              <a:rPr lang="en-US" dirty="0" smtClean="0"/>
              <a:t> </a:t>
            </a:r>
            <a:r>
              <a:rPr lang="en-US" smtClean="0"/>
              <a:t>patel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417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r>
              <a:rPr lang="en-US" dirty="0"/>
              <a:t>. What is </a:t>
            </a:r>
            <a:r>
              <a:rPr lang="en-US" dirty="0" smtClean="0"/>
              <a:t>PHP?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a) PHP is an open-source programming </a:t>
            </a:r>
            <a:r>
              <a:rPr lang="en-US" dirty="0" smtClean="0"/>
              <a:t>language</a:t>
            </a:r>
          </a:p>
          <a:p>
            <a:r>
              <a:rPr lang="en-US" dirty="0"/>
              <a:t>b) PHP is used to develop dynamic and interactive </a:t>
            </a:r>
            <a:r>
              <a:rPr lang="en-US" dirty="0" smtClean="0"/>
              <a:t>website</a:t>
            </a:r>
          </a:p>
          <a:p>
            <a:r>
              <a:rPr lang="en-US" dirty="0"/>
              <a:t>c) PHP is a server-side scripting </a:t>
            </a:r>
            <a:r>
              <a:rPr lang="en-US" dirty="0" smtClean="0"/>
              <a:t>language</a:t>
            </a:r>
          </a:p>
          <a:p>
            <a:r>
              <a:rPr lang="en-US" dirty="0"/>
              <a:t>d) All of the </a:t>
            </a:r>
            <a:r>
              <a:rPr lang="en-US" dirty="0" smtClean="0"/>
              <a:t>mentioned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= 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9276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Who is the father of PHP?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a) </a:t>
            </a:r>
            <a:r>
              <a:rPr lang="en-US" dirty="0" err="1"/>
              <a:t>Drek</a:t>
            </a:r>
            <a:r>
              <a:rPr lang="en-US" dirty="0"/>
              <a:t> </a:t>
            </a:r>
            <a:r>
              <a:rPr lang="en-US" dirty="0" err="1" smtClean="0"/>
              <a:t>Kolkevi</a:t>
            </a:r>
            <a:endParaRPr lang="en-US" dirty="0" smtClean="0"/>
          </a:p>
          <a:p>
            <a:r>
              <a:rPr lang="en-US" dirty="0"/>
              <a:t>b) </a:t>
            </a:r>
            <a:r>
              <a:rPr lang="en-US" dirty="0" err="1"/>
              <a:t>Rasmus</a:t>
            </a:r>
            <a:r>
              <a:rPr lang="en-US" dirty="0"/>
              <a:t> </a:t>
            </a:r>
            <a:r>
              <a:rPr lang="en-US" dirty="0" err="1" smtClean="0"/>
              <a:t>Lerdorf</a:t>
            </a:r>
            <a:endParaRPr lang="en-US" dirty="0" smtClean="0"/>
          </a:p>
          <a:p>
            <a:r>
              <a:rPr lang="en-US" dirty="0"/>
              <a:t>c) </a:t>
            </a:r>
            <a:r>
              <a:rPr lang="en-US" dirty="0" err="1"/>
              <a:t>Willam</a:t>
            </a:r>
            <a:r>
              <a:rPr lang="en-US" dirty="0"/>
              <a:t> </a:t>
            </a:r>
            <a:r>
              <a:rPr lang="en-US" dirty="0" err="1" smtClean="0"/>
              <a:t>Makepiece</a:t>
            </a:r>
            <a:endParaRPr lang="en-US" dirty="0" smtClean="0"/>
          </a:p>
          <a:p>
            <a:r>
              <a:rPr lang="en-US" dirty="0"/>
              <a:t>d) List </a:t>
            </a:r>
            <a:r>
              <a:rPr lang="en-US" dirty="0" smtClean="0"/>
              <a:t>Barely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= b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0398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What does </a:t>
            </a:r>
            <a:r>
              <a:rPr lang="en-US" b="1" dirty="0"/>
              <a:t>PHP</a:t>
            </a:r>
            <a:r>
              <a:rPr lang="en-US" dirty="0"/>
              <a:t> stand for?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a) PHP stands for Preprocessor Home </a:t>
            </a:r>
            <a:r>
              <a:rPr lang="en-US" dirty="0" smtClean="0"/>
              <a:t>Page</a:t>
            </a:r>
          </a:p>
          <a:p>
            <a:r>
              <a:rPr lang="en-US" dirty="0"/>
              <a:t>b) PHP stands for Pretext Hypertext </a:t>
            </a:r>
            <a:r>
              <a:rPr lang="en-US" dirty="0" smtClean="0"/>
              <a:t>Processor</a:t>
            </a:r>
          </a:p>
          <a:p>
            <a:r>
              <a:rPr lang="en-US" dirty="0"/>
              <a:t>c) PHP stands for Hypertext </a:t>
            </a:r>
            <a:r>
              <a:rPr lang="en-US" dirty="0" smtClean="0"/>
              <a:t>Preprocessor</a:t>
            </a:r>
          </a:p>
          <a:p>
            <a:r>
              <a:rPr lang="en-US" dirty="0"/>
              <a:t>d) PHP stands for Personal Hyper </a:t>
            </a:r>
            <a:r>
              <a:rPr lang="en-US" dirty="0" smtClean="0"/>
              <a:t>Processor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 = c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956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</a:t>
            </a:r>
            <a:r>
              <a:rPr lang="en-US" dirty="0"/>
              <a:t> Who is the father of DBMS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a) E.F. </a:t>
            </a:r>
            <a:r>
              <a:rPr lang="en-US" dirty="0" err="1"/>
              <a:t>Codd</a:t>
            </a:r>
            <a:endParaRPr lang="en-US" dirty="0" smtClean="0"/>
          </a:p>
          <a:p>
            <a:r>
              <a:rPr lang="en-US" dirty="0"/>
              <a:t>b) </a:t>
            </a:r>
            <a:r>
              <a:rPr lang="en-US" dirty="0" err="1"/>
              <a:t>Dennish</a:t>
            </a:r>
            <a:r>
              <a:rPr lang="en-US" dirty="0"/>
              <a:t> Ritchie</a:t>
            </a:r>
            <a:endParaRPr lang="en-US" dirty="0" smtClean="0"/>
          </a:p>
          <a:p>
            <a:r>
              <a:rPr lang="en-US" dirty="0"/>
              <a:t>c) IBM </a:t>
            </a:r>
            <a:endParaRPr lang="en-US" dirty="0"/>
          </a:p>
          <a:p>
            <a:r>
              <a:rPr lang="en-US" dirty="0" smtClean="0"/>
              <a:t>d</a:t>
            </a:r>
            <a:r>
              <a:rPr lang="en-US" dirty="0"/>
              <a:t>) Tim Berners Lee</a:t>
            </a:r>
            <a:endParaRPr lang="en-US" dirty="0" smtClean="0"/>
          </a:p>
          <a:p>
            <a:r>
              <a:rPr lang="en-US" dirty="0" err="1" smtClean="0"/>
              <a:t>Ans</a:t>
            </a:r>
            <a:r>
              <a:rPr lang="en-US" dirty="0" smtClean="0"/>
              <a:t> = a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0214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</a:t>
            </a:r>
            <a:r>
              <a:rPr lang="en-US" dirty="0"/>
              <a:t> Who is the father of Twisted Pair Cable?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a) Alexander Graham Bell </a:t>
            </a:r>
            <a:endParaRPr lang="en-US" dirty="0" smtClean="0"/>
          </a:p>
          <a:p>
            <a:r>
              <a:rPr lang="en-US" dirty="0" smtClean="0"/>
              <a:t>b</a:t>
            </a:r>
            <a:r>
              <a:rPr lang="en-US" dirty="0"/>
              <a:t>) </a:t>
            </a:r>
            <a:r>
              <a:rPr lang="en-US" dirty="0" err="1"/>
              <a:t>Narinder</a:t>
            </a:r>
            <a:r>
              <a:rPr lang="en-US" dirty="0"/>
              <a:t> Singh </a:t>
            </a:r>
            <a:r>
              <a:rPr lang="en-US" dirty="0" err="1"/>
              <a:t>Kapany</a:t>
            </a:r>
            <a:endParaRPr lang="en-US" dirty="0" smtClean="0"/>
          </a:p>
          <a:p>
            <a:r>
              <a:rPr lang="en-US" dirty="0"/>
              <a:t>c) </a:t>
            </a:r>
            <a:r>
              <a:rPr lang="en-US" dirty="0" smtClean="0"/>
              <a:t>Oliver </a:t>
            </a:r>
            <a:r>
              <a:rPr lang="en-US" dirty="0"/>
              <a:t>Heaviside</a:t>
            </a:r>
            <a:endParaRPr lang="en-US" dirty="0"/>
          </a:p>
          <a:p>
            <a:r>
              <a:rPr lang="en-US" dirty="0" smtClean="0"/>
              <a:t>d</a:t>
            </a:r>
            <a:r>
              <a:rPr lang="en-US" dirty="0"/>
              <a:t>) </a:t>
            </a:r>
            <a:r>
              <a:rPr lang="en-US" dirty="0" err="1" smtClean="0"/>
              <a:t>Gugliemo</a:t>
            </a:r>
            <a:r>
              <a:rPr lang="en-US" dirty="0" smtClean="0"/>
              <a:t> </a:t>
            </a:r>
            <a:r>
              <a:rPr lang="en-US" dirty="0"/>
              <a:t>Maroni</a:t>
            </a:r>
            <a:endParaRPr lang="en-US" dirty="0" smtClean="0"/>
          </a:p>
          <a:p>
            <a:r>
              <a:rPr lang="en-US" dirty="0" err="1" smtClean="0"/>
              <a:t>Ans</a:t>
            </a:r>
            <a:r>
              <a:rPr lang="en-US" dirty="0" smtClean="0"/>
              <a:t> = a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7427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</a:t>
            </a:r>
            <a:r>
              <a:rPr lang="en-US" dirty="0"/>
              <a:t> Who is the father of Coaxial Cable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a) Alexander Graham Bell </a:t>
            </a:r>
            <a:endParaRPr lang="en-US" dirty="0" smtClean="0"/>
          </a:p>
          <a:p>
            <a:r>
              <a:rPr lang="en-US" dirty="0" smtClean="0"/>
              <a:t>b</a:t>
            </a:r>
            <a:r>
              <a:rPr lang="en-US" dirty="0"/>
              <a:t>) </a:t>
            </a:r>
            <a:r>
              <a:rPr lang="en-US" dirty="0" err="1"/>
              <a:t>Narinder</a:t>
            </a:r>
            <a:r>
              <a:rPr lang="en-US" dirty="0"/>
              <a:t> Singh </a:t>
            </a:r>
            <a:r>
              <a:rPr lang="en-US" dirty="0" err="1"/>
              <a:t>Kapany</a:t>
            </a:r>
            <a:endParaRPr lang="en-US" dirty="0" smtClean="0"/>
          </a:p>
          <a:p>
            <a:r>
              <a:rPr lang="en-US" dirty="0"/>
              <a:t>c) </a:t>
            </a:r>
            <a:r>
              <a:rPr lang="en-US" dirty="0" smtClean="0"/>
              <a:t>Oliver </a:t>
            </a:r>
            <a:r>
              <a:rPr lang="en-US" dirty="0"/>
              <a:t>Heaviside</a:t>
            </a:r>
            <a:endParaRPr lang="en-US" dirty="0"/>
          </a:p>
          <a:p>
            <a:r>
              <a:rPr lang="en-US" dirty="0" smtClean="0"/>
              <a:t>d</a:t>
            </a:r>
            <a:r>
              <a:rPr lang="en-US" dirty="0"/>
              <a:t>) </a:t>
            </a:r>
            <a:r>
              <a:rPr lang="en-US" dirty="0" err="1" smtClean="0"/>
              <a:t>Gugliemo</a:t>
            </a:r>
            <a:r>
              <a:rPr lang="en-US" dirty="0" smtClean="0"/>
              <a:t> </a:t>
            </a:r>
            <a:r>
              <a:rPr lang="en-US" dirty="0"/>
              <a:t>Maroni</a:t>
            </a:r>
            <a:endParaRPr lang="en-US" dirty="0" smtClean="0"/>
          </a:p>
          <a:p>
            <a:r>
              <a:rPr lang="en-US" dirty="0" err="1" smtClean="0"/>
              <a:t>Ans</a:t>
            </a:r>
            <a:r>
              <a:rPr lang="en-US" dirty="0" smtClean="0"/>
              <a:t> = c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9721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7</a:t>
            </a:r>
            <a:r>
              <a:rPr lang="en-US" dirty="0"/>
              <a:t>. Who is the father of Optical Fiber Cable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a) Alexander Graham Bell </a:t>
            </a:r>
            <a:endParaRPr lang="en-US" dirty="0" smtClean="0"/>
          </a:p>
          <a:p>
            <a:r>
              <a:rPr lang="en-US" dirty="0" smtClean="0"/>
              <a:t>b</a:t>
            </a:r>
            <a:r>
              <a:rPr lang="en-US" dirty="0"/>
              <a:t>) </a:t>
            </a:r>
            <a:r>
              <a:rPr lang="en-US" dirty="0" err="1"/>
              <a:t>Narinder</a:t>
            </a:r>
            <a:r>
              <a:rPr lang="en-US" dirty="0"/>
              <a:t> Singh </a:t>
            </a:r>
            <a:r>
              <a:rPr lang="en-US" dirty="0" err="1"/>
              <a:t>Kapany</a:t>
            </a:r>
            <a:endParaRPr lang="en-US" dirty="0" smtClean="0"/>
          </a:p>
          <a:p>
            <a:r>
              <a:rPr lang="en-US" dirty="0"/>
              <a:t>c) </a:t>
            </a:r>
            <a:r>
              <a:rPr lang="en-US" dirty="0" smtClean="0"/>
              <a:t>Oliver </a:t>
            </a:r>
            <a:r>
              <a:rPr lang="en-US" dirty="0"/>
              <a:t>Heaviside</a:t>
            </a:r>
            <a:endParaRPr lang="en-US" dirty="0"/>
          </a:p>
          <a:p>
            <a:r>
              <a:rPr lang="en-US" dirty="0" smtClean="0"/>
              <a:t>d</a:t>
            </a:r>
            <a:r>
              <a:rPr lang="en-US" dirty="0"/>
              <a:t>) </a:t>
            </a:r>
            <a:r>
              <a:rPr lang="en-US" dirty="0" err="1" smtClean="0"/>
              <a:t>Gugliemo</a:t>
            </a:r>
            <a:r>
              <a:rPr lang="en-US" dirty="0" smtClean="0"/>
              <a:t> </a:t>
            </a:r>
            <a:r>
              <a:rPr lang="en-US" dirty="0"/>
              <a:t>Maroni</a:t>
            </a:r>
            <a:endParaRPr lang="en-US" dirty="0" smtClean="0"/>
          </a:p>
          <a:p>
            <a:r>
              <a:rPr lang="en-US" dirty="0" err="1" smtClean="0"/>
              <a:t>Ans</a:t>
            </a:r>
            <a:r>
              <a:rPr lang="en-US" dirty="0" smtClean="0"/>
              <a:t> = b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5649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8.</a:t>
            </a:r>
            <a:r>
              <a:rPr lang="en-US" dirty="0"/>
              <a:t> Who is the father of Radio Wave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a) Alexander Graham Bell </a:t>
            </a:r>
            <a:endParaRPr lang="en-US" dirty="0" smtClean="0"/>
          </a:p>
          <a:p>
            <a:r>
              <a:rPr lang="en-US" dirty="0" smtClean="0"/>
              <a:t>b</a:t>
            </a:r>
            <a:r>
              <a:rPr lang="en-US" dirty="0"/>
              <a:t>) </a:t>
            </a:r>
            <a:r>
              <a:rPr lang="en-US" dirty="0" err="1"/>
              <a:t>Narinder</a:t>
            </a:r>
            <a:r>
              <a:rPr lang="en-US" dirty="0"/>
              <a:t> Singh </a:t>
            </a:r>
            <a:r>
              <a:rPr lang="en-US" dirty="0" err="1"/>
              <a:t>Kapany</a:t>
            </a:r>
            <a:endParaRPr lang="en-US" dirty="0" smtClean="0"/>
          </a:p>
          <a:p>
            <a:r>
              <a:rPr lang="en-US" dirty="0"/>
              <a:t>c) </a:t>
            </a:r>
            <a:r>
              <a:rPr lang="en-US" dirty="0" smtClean="0"/>
              <a:t>Oliver </a:t>
            </a:r>
            <a:r>
              <a:rPr lang="en-US" dirty="0"/>
              <a:t>Heaviside</a:t>
            </a:r>
            <a:endParaRPr lang="en-US" dirty="0"/>
          </a:p>
          <a:p>
            <a:r>
              <a:rPr lang="en-US" dirty="0" smtClean="0"/>
              <a:t>d</a:t>
            </a:r>
            <a:r>
              <a:rPr lang="en-US" dirty="0"/>
              <a:t>) </a:t>
            </a:r>
            <a:r>
              <a:rPr lang="en-US" dirty="0" err="1" smtClean="0"/>
              <a:t>Gugliemo</a:t>
            </a:r>
            <a:r>
              <a:rPr lang="en-US" dirty="0" smtClean="0"/>
              <a:t> </a:t>
            </a:r>
            <a:r>
              <a:rPr lang="en-US" dirty="0"/>
              <a:t>Maroni</a:t>
            </a:r>
            <a:endParaRPr lang="en-US" dirty="0" smtClean="0"/>
          </a:p>
          <a:p>
            <a:r>
              <a:rPr lang="en-US" dirty="0" err="1" smtClean="0"/>
              <a:t>Ans</a:t>
            </a:r>
            <a:r>
              <a:rPr lang="en-US" dirty="0" smtClean="0"/>
              <a:t> = d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2746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9</a:t>
            </a:r>
            <a:r>
              <a:rPr lang="en-US" b="1" dirty="0" smtClean="0"/>
              <a:t>.</a:t>
            </a:r>
            <a:r>
              <a:rPr lang="en-US" dirty="0"/>
              <a:t> Who is the father of microwave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a) </a:t>
            </a:r>
            <a:r>
              <a:rPr lang="en-US" dirty="0" err="1"/>
              <a:t>Guglielmo</a:t>
            </a:r>
            <a:r>
              <a:rPr lang="en-US" dirty="0"/>
              <a:t> Maroni </a:t>
            </a:r>
            <a:endParaRPr lang="en-US" dirty="0" smtClean="0"/>
          </a:p>
          <a:p>
            <a:r>
              <a:rPr lang="en-US" dirty="0" smtClean="0"/>
              <a:t>b</a:t>
            </a:r>
            <a:r>
              <a:rPr lang="en-US" dirty="0"/>
              <a:t>)  </a:t>
            </a:r>
            <a:r>
              <a:rPr lang="en-US" dirty="0" err="1"/>
              <a:t>Parchy</a:t>
            </a:r>
            <a:r>
              <a:rPr lang="en-US" dirty="0"/>
              <a:t> Spencer </a:t>
            </a:r>
            <a:endParaRPr lang="en-US" dirty="0" smtClean="0"/>
          </a:p>
          <a:p>
            <a:r>
              <a:rPr lang="en-US" dirty="0" smtClean="0"/>
              <a:t>c</a:t>
            </a:r>
            <a:r>
              <a:rPr lang="en-US" dirty="0"/>
              <a:t>) William </a:t>
            </a:r>
            <a:r>
              <a:rPr lang="en-US" dirty="0" smtClean="0"/>
              <a:t>Herschel</a:t>
            </a:r>
          </a:p>
          <a:p>
            <a:r>
              <a:rPr lang="en-US" dirty="0" smtClean="0"/>
              <a:t>d</a:t>
            </a:r>
            <a:r>
              <a:rPr lang="en-US" dirty="0"/>
              <a:t>) John Ericsson</a:t>
            </a:r>
            <a:endParaRPr lang="en-US" dirty="0" smtClean="0"/>
          </a:p>
          <a:p>
            <a:r>
              <a:rPr lang="en-US" dirty="0" err="1" smtClean="0"/>
              <a:t>Ans</a:t>
            </a:r>
            <a:r>
              <a:rPr lang="en-US" dirty="0" smtClean="0"/>
              <a:t> = b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7697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10.</a:t>
            </a:r>
            <a:r>
              <a:rPr lang="en-US" dirty="0"/>
              <a:t> Who is the father of infrared rays?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a) </a:t>
            </a:r>
            <a:r>
              <a:rPr lang="en-US" dirty="0" err="1"/>
              <a:t>Guglielmo</a:t>
            </a:r>
            <a:r>
              <a:rPr lang="en-US" dirty="0"/>
              <a:t> Maroni </a:t>
            </a:r>
            <a:endParaRPr lang="en-US" dirty="0" smtClean="0"/>
          </a:p>
          <a:p>
            <a:r>
              <a:rPr lang="en-US" dirty="0" smtClean="0"/>
              <a:t>b</a:t>
            </a:r>
            <a:r>
              <a:rPr lang="en-US" dirty="0"/>
              <a:t>)  </a:t>
            </a:r>
            <a:r>
              <a:rPr lang="en-US" dirty="0" err="1"/>
              <a:t>Parchy</a:t>
            </a:r>
            <a:r>
              <a:rPr lang="en-US" dirty="0"/>
              <a:t> Spencer </a:t>
            </a:r>
            <a:endParaRPr lang="en-US" dirty="0" smtClean="0"/>
          </a:p>
          <a:p>
            <a:r>
              <a:rPr lang="en-US" dirty="0" smtClean="0"/>
              <a:t>c</a:t>
            </a:r>
            <a:r>
              <a:rPr lang="en-US" dirty="0"/>
              <a:t>) William </a:t>
            </a:r>
            <a:r>
              <a:rPr lang="en-US" dirty="0" smtClean="0"/>
              <a:t>Herschel</a:t>
            </a:r>
          </a:p>
          <a:p>
            <a:r>
              <a:rPr lang="en-US" dirty="0" smtClean="0"/>
              <a:t>d</a:t>
            </a:r>
            <a:r>
              <a:rPr lang="en-US" dirty="0"/>
              <a:t>) John Ericsson</a:t>
            </a:r>
            <a:endParaRPr lang="en-US" dirty="0" smtClean="0"/>
          </a:p>
          <a:p>
            <a:r>
              <a:rPr lang="en-US" dirty="0" err="1" smtClean="0"/>
              <a:t>Ans</a:t>
            </a:r>
            <a:r>
              <a:rPr lang="en-US" dirty="0" smtClean="0"/>
              <a:t> = c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0267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1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24</TotalTime>
  <Words>254</Words>
  <Application>Microsoft Office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MCQ PHP</vt:lpstr>
      <vt:lpstr>1. What is PHP?</vt:lpstr>
      <vt:lpstr>2. Who is the father of PHP?</vt:lpstr>
      <vt:lpstr>3. What does PHP stand for?</vt:lpstr>
      <vt:lpstr>4. Who is the father of DBMS?</vt:lpstr>
      <vt:lpstr>5. Who is the father of Twisted Pair Cable?</vt:lpstr>
      <vt:lpstr>6. Who is the father of Coaxial Cable?</vt:lpstr>
      <vt:lpstr>7. Who is the father of Optical Fiber Cable?</vt:lpstr>
      <vt:lpstr>8. Who is the father of Radio Wave?</vt:lpstr>
      <vt:lpstr>9. Who is the father of microwave?</vt:lpstr>
      <vt:lpstr>10. Who is the father of infrared rays?</vt:lpstr>
      <vt:lpstr>Thank You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MCQ PHP</dc:title>
  <dc:creator>student</dc:creator>
  <cp:lastModifiedBy>student</cp:lastModifiedBy>
  <cp:revision>17</cp:revision>
  <dcterms:created xsi:type="dcterms:W3CDTF">2026-03-03T09:34:17Z</dcterms:created>
  <dcterms:modified xsi:type="dcterms:W3CDTF">2026-03-03T09:58:46Z</dcterms:modified>
</cp:coreProperties>
</file>